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3" r:id="rId6"/>
    <p:sldId id="264" r:id="rId7"/>
    <p:sldId id="259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528776-ACBC-48B9-A415-E32F68C17CD2}">
          <p14:sldIdLst>
            <p14:sldId id="256"/>
            <p14:sldId id="257"/>
          </p14:sldIdLst>
        </p14:section>
        <p14:section name="Untitled Section" id="{0AE1DB4A-5FBB-4A54-8DD0-9DF7FFDE6FB7}">
          <p14:sldIdLst>
            <p14:sldId id="260"/>
            <p14:sldId id="261"/>
            <p14:sldId id="263"/>
            <p14:sldId id="264"/>
            <p14:sldId id="259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474E0F-A5CE-465C-A863-D3E5B492AC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7888C0-433D-4E94-98B6-B118D41E52A0}">
      <dgm:prSet/>
      <dgm:spPr/>
      <dgm:t>
        <a:bodyPr/>
        <a:lstStyle/>
        <a:p>
          <a:r>
            <a:rPr lang="en-US" b="1"/>
            <a:t>These are the types of rockets that are as follows:</a:t>
          </a:r>
          <a:endParaRPr lang="en-US"/>
        </a:p>
      </dgm:t>
    </dgm:pt>
    <dgm:pt modelId="{D1A7B14D-B6DB-44C4-B9C1-2CA30129CE31}" type="parTrans" cxnId="{F3FB1D59-4466-4A82-8E4C-78BDD1FC9983}">
      <dgm:prSet/>
      <dgm:spPr/>
      <dgm:t>
        <a:bodyPr/>
        <a:lstStyle/>
        <a:p>
          <a:endParaRPr lang="en-US"/>
        </a:p>
      </dgm:t>
    </dgm:pt>
    <dgm:pt modelId="{803B488A-8829-4C4F-AB87-0475600FBC85}" type="sibTrans" cxnId="{F3FB1D59-4466-4A82-8E4C-78BDD1FC9983}">
      <dgm:prSet/>
      <dgm:spPr/>
      <dgm:t>
        <a:bodyPr/>
        <a:lstStyle/>
        <a:p>
          <a:endParaRPr lang="en-US"/>
        </a:p>
      </dgm:t>
    </dgm:pt>
    <dgm:pt modelId="{BCB6CA79-75F6-4AD5-A92C-545979971DA7}">
      <dgm:prSet/>
      <dgm:spPr/>
      <dgm:t>
        <a:bodyPr/>
        <a:lstStyle/>
        <a:p>
          <a:r>
            <a:rPr lang="en-US"/>
            <a:t>GSLV</a:t>
          </a:r>
        </a:p>
      </dgm:t>
    </dgm:pt>
    <dgm:pt modelId="{131BF47F-2C13-402A-9CDC-D06584415279}" type="parTrans" cxnId="{0A90D609-1F36-44DD-A4E9-D5671398D3CE}">
      <dgm:prSet/>
      <dgm:spPr/>
      <dgm:t>
        <a:bodyPr/>
        <a:lstStyle/>
        <a:p>
          <a:endParaRPr lang="en-US"/>
        </a:p>
      </dgm:t>
    </dgm:pt>
    <dgm:pt modelId="{115CACA2-256D-4AB1-A71F-976B0AB65D74}" type="sibTrans" cxnId="{0A90D609-1F36-44DD-A4E9-D5671398D3CE}">
      <dgm:prSet/>
      <dgm:spPr/>
      <dgm:t>
        <a:bodyPr/>
        <a:lstStyle/>
        <a:p>
          <a:endParaRPr lang="en-US"/>
        </a:p>
      </dgm:t>
    </dgm:pt>
    <dgm:pt modelId="{ED16CDCA-5621-4900-80DF-451795208F02}">
      <dgm:prSet/>
      <dgm:spPr/>
      <dgm:t>
        <a:bodyPr/>
        <a:lstStyle/>
        <a:p>
          <a:r>
            <a:rPr lang="en-US"/>
            <a:t>PSLV</a:t>
          </a:r>
        </a:p>
      </dgm:t>
    </dgm:pt>
    <dgm:pt modelId="{5A712626-E1C3-435C-B370-0A8AB9BBE898}" type="parTrans" cxnId="{25E9A126-0B4A-400F-8144-62FD43CEC57D}">
      <dgm:prSet/>
      <dgm:spPr/>
      <dgm:t>
        <a:bodyPr/>
        <a:lstStyle/>
        <a:p>
          <a:endParaRPr lang="en-US"/>
        </a:p>
      </dgm:t>
    </dgm:pt>
    <dgm:pt modelId="{CFB8B442-EDF0-4CD7-B9CE-38A1457E7382}" type="sibTrans" cxnId="{25E9A126-0B4A-400F-8144-62FD43CEC57D}">
      <dgm:prSet/>
      <dgm:spPr/>
      <dgm:t>
        <a:bodyPr/>
        <a:lstStyle/>
        <a:p>
          <a:endParaRPr lang="en-US"/>
        </a:p>
      </dgm:t>
    </dgm:pt>
    <dgm:pt modelId="{52F24914-934A-4EB0-8C3A-279384F7655A}">
      <dgm:prSet/>
      <dgm:spPr/>
      <dgm:t>
        <a:bodyPr/>
        <a:lstStyle/>
        <a:p>
          <a:r>
            <a:rPr lang="en-US"/>
            <a:t>ASLV</a:t>
          </a:r>
        </a:p>
      </dgm:t>
    </dgm:pt>
    <dgm:pt modelId="{5496BD5D-D53F-4EF3-A156-A2D981A7A0E9}" type="parTrans" cxnId="{F9CB7A1E-4CA3-4CDE-87B1-702E2E4E8EA5}">
      <dgm:prSet/>
      <dgm:spPr/>
      <dgm:t>
        <a:bodyPr/>
        <a:lstStyle/>
        <a:p>
          <a:endParaRPr lang="en-US"/>
        </a:p>
      </dgm:t>
    </dgm:pt>
    <dgm:pt modelId="{80937F7E-47FE-4674-AA74-0D247AFB6DA3}" type="sibTrans" cxnId="{F9CB7A1E-4CA3-4CDE-87B1-702E2E4E8EA5}">
      <dgm:prSet/>
      <dgm:spPr/>
      <dgm:t>
        <a:bodyPr/>
        <a:lstStyle/>
        <a:p>
          <a:endParaRPr lang="en-US"/>
        </a:p>
      </dgm:t>
    </dgm:pt>
    <dgm:pt modelId="{5B477E6A-26A1-455A-9002-EB9F1075A800}">
      <dgm:prSet/>
      <dgm:spPr/>
      <dgm:t>
        <a:bodyPr/>
        <a:lstStyle/>
        <a:p>
          <a:r>
            <a:rPr lang="en-US"/>
            <a:t>SLV-3</a:t>
          </a:r>
        </a:p>
      </dgm:t>
    </dgm:pt>
    <dgm:pt modelId="{DFFD2499-D407-42AD-AB57-46C2F13948C9}" type="parTrans" cxnId="{12CF3EB3-6B35-48AF-B24C-96E6A2817CFB}">
      <dgm:prSet/>
      <dgm:spPr/>
      <dgm:t>
        <a:bodyPr/>
        <a:lstStyle/>
        <a:p>
          <a:endParaRPr lang="en-US"/>
        </a:p>
      </dgm:t>
    </dgm:pt>
    <dgm:pt modelId="{5797A443-7759-43E5-AE31-611E7840B312}" type="sibTrans" cxnId="{12CF3EB3-6B35-48AF-B24C-96E6A2817CFB}">
      <dgm:prSet/>
      <dgm:spPr/>
      <dgm:t>
        <a:bodyPr/>
        <a:lstStyle/>
        <a:p>
          <a:endParaRPr lang="en-US"/>
        </a:p>
      </dgm:t>
    </dgm:pt>
    <dgm:pt modelId="{20A74070-6BBC-433A-A185-6FA8478A99D6}">
      <dgm:prSet/>
      <dgm:spPr/>
      <dgm:t>
        <a:bodyPr/>
        <a:lstStyle/>
        <a:p>
          <a:r>
            <a:rPr lang="en-US"/>
            <a:t>GSLV M I, II, and III.</a:t>
          </a:r>
        </a:p>
      </dgm:t>
    </dgm:pt>
    <dgm:pt modelId="{E57EA43A-74C4-4112-A653-3EC2A0DAC528}" type="parTrans" cxnId="{8C0B7894-AB0F-4C7C-AC30-5B8E32293A81}">
      <dgm:prSet/>
      <dgm:spPr/>
      <dgm:t>
        <a:bodyPr/>
        <a:lstStyle/>
        <a:p>
          <a:endParaRPr lang="en-US"/>
        </a:p>
      </dgm:t>
    </dgm:pt>
    <dgm:pt modelId="{7861D13D-A329-44AB-9C92-3790C1F5058E}" type="sibTrans" cxnId="{8C0B7894-AB0F-4C7C-AC30-5B8E32293A81}">
      <dgm:prSet/>
      <dgm:spPr/>
      <dgm:t>
        <a:bodyPr/>
        <a:lstStyle/>
        <a:p>
          <a:endParaRPr lang="en-US"/>
        </a:p>
      </dgm:t>
    </dgm:pt>
    <dgm:pt modelId="{265CF5DB-D4E7-46BB-8453-E5F1B8F0F4BA}" type="pres">
      <dgm:prSet presAssocID="{15474E0F-A5CE-465C-A863-D3E5B492AC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4AB270-B13C-44BC-8EFE-5994E61B98CE}" type="pres">
      <dgm:prSet presAssocID="{917888C0-433D-4E94-98B6-B118D41E52A0}" presName="hierRoot1" presStyleCnt="0"/>
      <dgm:spPr/>
    </dgm:pt>
    <dgm:pt modelId="{156C841A-D5CD-47A3-91F9-AEA11E220448}" type="pres">
      <dgm:prSet presAssocID="{917888C0-433D-4E94-98B6-B118D41E52A0}" presName="composite" presStyleCnt="0"/>
      <dgm:spPr/>
    </dgm:pt>
    <dgm:pt modelId="{A075567A-CE22-4E67-8A71-BB7DA57877AA}" type="pres">
      <dgm:prSet presAssocID="{917888C0-433D-4E94-98B6-B118D41E52A0}" presName="background" presStyleLbl="node0" presStyleIdx="0" presStyleCnt="1"/>
      <dgm:spPr/>
    </dgm:pt>
    <dgm:pt modelId="{0DBBF3CA-8479-4938-A99D-7D6E5B7466E5}" type="pres">
      <dgm:prSet presAssocID="{917888C0-433D-4E94-98B6-B118D41E52A0}" presName="text" presStyleLbl="fgAcc0" presStyleIdx="0" presStyleCnt="1">
        <dgm:presLayoutVars>
          <dgm:chPref val="3"/>
        </dgm:presLayoutVars>
      </dgm:prSet>
      <dgm:spPr/>
    </dgm:pt>
    <dgm:pt modelId="{52EFA060-A80A-44AD-A97D-6DF1334BF4FA}" type="pres">
      <dgm:prSet presAssocID="{917888C0-433D-4E94-98B6-B118D41E52A0}" presName="hierChild2" presStyleCnt="0"/>
      <dgm:spPr/>
    </dgm:pt>
    <dgm:pt modelId="{BF45601E-B088-45B5-BA53-8071B090D8DC}" type="pres">
      <dgm:prSet presAssocID="{131BF47F-2C13-402A-9CDC-D06584415279}" presName="Name10" presStyleLbl="parChTrans1D2" presStyleIdx="0" presStyleCnt="5"/>
      <dgm:spPr/>
    </dgm:pt>
    <dgm:pt modelId="{80D1B040-E639-470B-8613-AC36FA3B3E77}" type="pres">
      <dgm:prSet presAssocID="{BCB6CA79-75F6-4AD5-A92C-545979971DA7}" presName="hierRoot2" presStyleCnt="0"/>
      <dgm:spPr/>
    </dgm:pt>
    <dgm:pt modelId="{D455B5E8-9BC9-457D-8B18-70113B9EAA6A}" type="pres">
      <dgm:prSet presAssocID="{BCB6CA79-75F6-4AD5-A92C-545979971DA7}" presName="composite2" presStyleCnt="0"/>
      <dgm:spPr/>
    </dgm:pt>
    <dgm:pt modelId="{F9986544-81CC-48FB-8C7F-52417E1AA68C}" type="pres">
      <dgm:prSet presAssocID="{BCB6CA79-75F6-4AD5-A92C-545979971DA7}" presName="background2" presStyleLbl="node2" presStyleIdx="0" presStyleCnt="5"/>
      <dgm:spPr/>
    </dgm:pt>
    <dgm:pt modelId="{F82951A8-853E-4F49-88A9-F6EF5C26604A}" type="pres">
      <dgm:prSet presAssocID="{BCB6CA79-75F6-4AD5-A92C-545979971DA7}" presName="text2" presStyleLbl="fgAcc2" presStyleIdx="0" presStyleCnt="5">
        <dgm:presLayoutVars>
          <dgm:chPref val="3"/>
        </dgm:presLayoutVars>
      </dgm:prSet>
      <dgm:spPr/>
    </dgm:pt>
    <dgm:pt modelId="{F0D671EB-0456-4B2E-A9A6-6B55EF7DAE59}" type="pres">
      <dgm:prSet presAssocID="{BCB6CA79-75F6-4AD5-A92C-545979971DA7}" presName="hierChild3" presStyleCnt="0"/>
      <dgm:spPr/>
    </dgm:pt>
    <dgm:pt modelId="{235BCE69-91C3-41F9-A7BB-4DB7BF0DC2E8}" type="pres">
      <dgm:prSet presAssocID="{5A712626-E1C3-435C-B370-0A8AB9BBE898}" presName="Name10" presStyleLbl="parChTrans1D2" presStyleIdx="1" presStyleCnt="5"/>
      <dgm:spPr/>
    </dgm:pt>
    <dgm:pt modelId="{2FB8B79E-9DF0-4AFB-B667-D2522654B409}" type="pres">
      <dgm:prSet presAssocID="{ED16CDCA-5621-4900-80DF-451795208F02}" presName="hierRoot2" presStyleCnt="0"/>
      <dgm:spPr/>
    </dgm:pt>
    <dgm:pt modelId="{87A6DAA7-7D73-489B-9E4B-C18DA154BF87}" type="pres">
      <dgm:prSet presAssocID="{ED16CDCA-5621-4900-80DF-451795208F02}" presName="composite2" presStyleCnt="0"/>
      <dgm:spPr/>
    </dgm:pt>
    <dgm:pt modelId="{BE09AC41-3328-4EED-B706-A9E3A6AE3FE4}" type="pres">
      <dgm:prSet presAssocID="{ED16CDCA-5621-4900-80DF-451795208F02}" presName="background2" presStyleLbl="node2" presStyleIdx="1" presStyleCnt="5"/>
      <dgm:spPr/>
    </dgm:pt>
    <dgm:pt modelId="{B13DB049-56BE-44AE-9381-9FBC8CCABF3C}" type="pres">
      <dgm:prSet presAssocID="{ED16CDCA-5621-4900-80DF-451795208F02}" presName="text2" presStyleLbl="fgAcc2" presStyleIdx="1" presStyleCnt="5">
        <dgm:presLayoutVars>
          <dgm:chPref val="3"/>
        </dgm:presLayoutVars>
      </dgm:prSet>
      <dgm:spPr/>
    </dgm:pt>
    <dgm:pt modelId="{97D89A4A-6E63-4D18-A81F-DD6D1ED576A7}" type="pres">
      <dgm:prSet presAssocID="{ED16CDCA-5621-4900-80DF-451795208F02}" presName="hierChild3" presStyleCnt="0"/>
      <dgm:spPr/>
    </dgm:pt>
    <dgm:pt modelId="{01782C97-2FBD-45FE-A398-60EE1DE58EE7}" type="pres">
      <dgm:prSet presAssocID="{5496BD5D-D53F-4EF3-A156-A2D981A7A0E9}" presName="Name10" presStyleLbl="parChTrans1D2" presStyleIdx="2" presStyleCnt="5"/>
      <dgm:spPr/>
    </dgm:pt>
    <dgm:pt modelId="{34CC10FC-F09F-467F-B0FF-2277A4E54DD9}" type="pres">
      <dgm:prSet presAssocID="{52F24914-934A-4EB0-8C3A-279384F7655A}" presName="hierRoot2" presStyleCnt="0"/>
      <dgm:spPr/>
    </dgm:pt>
    <dgm:pt modelId="{1931A6F3-5337-4D37-BF27-0A6406741B9F}" type="pres">
      <dgm:prSet presAssocID="{52F24914-934A-4EB0-8C3A-279384F7655A}" presName="composite2" presStyleCnt="0"/>
      <dgm:spPr/>
    </dgm:pt>
    <dgm:pt modelId="{9D329317-E3C2-4CCF-93A3-3A96CC1453C8}" type="pres">
      <dgm:prSet presAssocID="{52F24914-934A-4EB0-8C3A-279384F7655A}" presName="background2" presStyleLbl="node2" presStyleIdx="2" presStyleCnt="5"/>
      <dgm:spPr/>
    </dgm:pt>
    <dgm:pt modelId="{6501F566-C723-4A63-9C5E-0FE66EDC3901}" type="pres">
      <dgm:prSet presAssocID="{52F24914-934A-4EB0-8C3A-279384F7655A}" presName="text2" presStyleLbl="fgAcc2" presStyleIdx="2" presStyleCnt="5">
        <dgm:presLayoutVars>
          <dgm:chPref val="3"/>
        </dgm:presLayoutVars>
      </dgm:prSet>
      <dgm:spPr/>
    </dgm:pt>
    <dgm:pt modelId="{628CA04A-648B-43D7-ABE4-59E0A2078391}" type="pres">
      <dgm:prSet presAssocID="{52F24914-934A-4EB0-8C3A-279384F7655A}" presName="hierChild3" presStyleCnt="0"/>
      <dgm:spPr/>
    </dgm:pt>
    <dgm:pt modelId="{5B4E3B1D-C89C-41EA-A007-655691CEA369}" type="pres">
      <dgm:prSet presAssocID="{DFFD2499-D407-42AD-AB57-46C2F13948C9}" presName="Name10" presStyleLbl="parChTrans1D2" presStyleIdx="3" presStyleCnt="5"/>
      <dgm:spPr/>
    </dgm:pt>
    <dgm:pt modelId="{45C0CFF0-B978-4BE8-AC7D-97A076713E85}" type="pres">
      <dgm:prSet presAssocID="{5B477E6A-26A1-455A-9002-EB9F1075A800}" presName="hierRoot2" presStyleCnt="0"/>
      <dgm:spPr/>
    </dgm:pt>
    <dgm:pt modelId="{B8577F7F-3DB4-44D4-916C-044D42CE1F04}" type="pres">
      <dgm:prSet presAssocID="{5B477E6A-26A1-455A-9002-EB9F1075A800}" presName="composite2" presStyleCnt="0"/>
      <dgm:spPr/>
    </dgm:pt>
    <dgm:pt modelId="{30DA54E2-473B-4148-B4B4-FDA8648274D6}" type="pres">
      <dgm:prSet presAssocID="{5B477E6A-26A1-455A-9002-EB9F1075A800}" presName="background2" presStyleLbl="node2" presStyleIdx="3" presStyleCnt="5"/>
      <dgm:spPr/>
    </dgm:pt>
    <dgm:pt modelId="{075F3172-C295-404D-BB8C-D8CA948C5642}" type="pres">
      <dgm:prSet presAssocID="{5B477E6A-26A1-455A-9002-EB9F1075A800}" presName="text2" presStyleLbl="fgAcc2" presStyleIdx="3" presStyleCnt="5">
        <dgm:presLayoutVars>
          <dgm:chPref val="3"/>
        </dgm:presLayoutVars>
      </dgm:prSet>
      <dgm:spPr/>
    </dgm:pt>
    <dgm:pt modelId="{9C0B4FA2-4C24-4F1F-B1CC-05D5D63A0E38}" type="pres">
      <dgm:prSet presAssocID="{5B477E6A-26A1-455A-9002-EB9F1075A800}" presName="hierChild3" presStyleCnt="0"/>
      <dgm:spPr/>
    </dgm:pt>
    <dgm:pt modelId="{0CE34A9C-AB54-4CB1-96C1-0C0E1B11F0E8}" type="pres">
      <dgm:prSet presAssocID="{E57EA43A-74C4-4112-A653-3EC2A0DAC528}" presName="Name10" presStyleLbl="parChTrans1D2" presStyleIdx="4" presStyleCnt="5"/>
      <dgm:spPr/>
    </dgm:pt>
    <dgm:pt modelId="{1FEA6E43-4AF7-482D-80A6-306440F1C83C}" type="pres">
      <dgm:prSet presAssocID="{20A74070-6BBC-433A-A185-6FA8478A99D6}" presName="hierRoot2" presStyleCnt="0"/>
      <dgm:spPr/>
    </dgm:pt>
    <dgm:pt modelId="{A50C732A-537B-423A-9EBC-8CC21FC4C51F}" type="pres">
      <dgm:prSet presAssocID="{20A74070-6BBC-433A-A185-6FA8478A99D6}" presName="composite2" presStyleCnt="0"/>
      <dgm:spPr/>
    </dgm:pt>
    <dgm:pt modelId="{DE7A6650-013D-4B3D-815A-284B7896B50E}" type="pres">
      <dgm:prSet presAssocID="{20A74070-6BBC-433A-A185-6FA8478A99D6}" presName="background2" presStyleLbl="node2" presStyleIdx="4" presStyleCnt="5"/>
      <dgm:spPr/>
    </dgm:pt>
    <dgm:pt modelId="{E59DB777-A860-4289-BC3E-9206DA3B4043}" type="pres">
      <dgm:prSet presAssocID="{20A74070-6BBC-433A-A185-6FA8478A99D6}" presName="text2" presStyleLbl="fgAcc2" presStyleIdx="4" presStyleCnt="5">
        <dgm:presLayoutVars>
          <dgm:chPref val="3"/>
        </dgm:presLayoutVars>
      </dgm:prSet>
      <dgm:spPr/>
    </dgm:pt>
    <dgm:pt modelId="{2B08FDCD-B7F4-4317-81A2-47C99DE63A4C}" type="pres">
      <dgm:prSet presAssocID="{20A74070-6BBC-433A-A185-6FA8478A99D6}" presName="hierChild3" presStyleCnt="0"/>
      <dgm:spPr/>
    </dgm:pt>
  </dgm:ptLst>
  <dgm:cxnLst>
    <dgm:cxn modelId="{0A90D609-1F36-44DD-A4E9-D5671398D3CE}" srcId="{917888C0-433D-4E94-98B6-B118D41E52A0}" destId="{BCB6CA79-75F6-4AD5-A92C-545979971DA7}" srcOrd="0" destOrd="0" parTransId="{131BF47F-2C13-402A-9CDC-D06584415279}" sibTransId="{115CACA2-256D-4AB1-A71F-976B0AB65D74}"/>
    <dgm:cxn modelId="{F25D0A15-65DE-4E03-ADF2-81922F853C68}" type="presOf" srcId="{15474E0F-A5CE-465C-A863-D3E5B492ACC4}" destId="{265CF5DB-D4E7-46BB-8453-E5F1B8F0F4BA}" srcOrd="0" destOrd="0" presId="urn:microsoft.com/office/officeart/2005/8/layout/hierarchy1"/>
    <dgm:cxn modelId="{FD534F1C-70F9-4B28-83C1-AD27FFC90996}" type="presOf" srcId="{917888C0-433D-4E94-98B6-B118D41E52A0}" destId="{0DBBF3CA-8479-4938-A99D-7D6E5B7466E5}" srcOrd="0" destOrd="0" presId="urn:microsoft.com/office/officeart/2005/8/layout/hierarchy1"/>
    <dgm:cxn modelId="{F9CB7A1E-4CA3-4CDE-87B1-702E2E4E8EA5}" srcId="{917888C0-433D-4E94-98B6-B118D41E52A0}" destId="{52F24914-934A-4EB0-8C3A-279384F7655A}" srcOrd="2" destOrd="0" parTransId="{5496BD5D-D53F-4EF3-A156-A2D981A7A0E9}" sibTransId="{80937F7E-47FE-4674-AA74-0D247AFB6DA3}"/>
    <dgm:cxn modelId="{B7B4CE21-3B6F-4EAE-9A3F-1EF46E08F042}" type="presOf" srcId="{DFFD2499-D407-42AD-AB57-46C2F13948C9}" destId="{5B4E3B1D-C89C-41EA-A007-655691CEA369}" srcOrd="0" destOrd="0" presId="urn:microsoft.com/office/officeart/2005/8/layout/hierarchy1"/>
    <dgm:cxn modelId="{25E9A126-0B4A-400F-8144-62FD43CEC57D}" srcId="{917888C0-433D-4E94-98B6-B118D41E52A0}" destId="{ED16CDCA-5621-4900-80DF-451795208F02}" srcOrd="1" destOrd="0" parTransId="{5A712626-E1C3-435C-B370-0A8AB9BBE898}" sibTransId="{CFB8B442-EDF0-4CD7-B9CE-38A1457E7382}"/>
    <dgm:cxn modelId="{7C6BB86C-882D-4436-A32F-759DD13ECADD}" type="presOf" srcId="{ED16CDCA-5621-4900-80DF-451795208F02}" destId="{B13DB049-56BE-44AE-9381-9FBC8CCABF3C}" srcOrd="0" destOrd="0" presId="urn:microsoft.com/office/officeart/2005/8/layout/hierarchy1"/>
    <dgm:cxn modelId="{F3FB1D59-4466-4A82-8E4C-78BDD1FC9983}" srcId="{15474E0F-A5CE-465C-A863-D3E5B492ACC4}" destId="{917888C0-433D-4E94-98B6-B118D41E52A0}" srcOrd="0" destOrd="0" parTransId="{D1A7B14D-B6DB-44C4-B9C1-2CA30129CE31}" sibTransId="{803B488A-8829-4C4F-AB87-0475600FBC85}"/>
    <dgm:cxn modelId="{8C0B7894-AB0F-4C7C-AC30-5B8E32293A81}" srcId="{917888C0-433D-4E94-98B6-B118D41E52A0}" destId="{20A74070-6BBC-433A-A185-6FA8478A99D6}" srcOrd="4" destOrd="0" parTransId="{E57EA43A-74C4-4112-A653-3EC2A0DAC528}" sibTransId="{7861D13D-A329-44AB-9C92-3790C1F5058E}"/>
    <dgm:cxn modelId="{D4E5B7A2-60B2-4DDA-8133-11841814BAB4}" type="presOf" srcId="{E57EA43A-74C4-4112-A653-3EC2A0DAC528}" destId="{0CE34A9C-AB54-4CB1-96C1-0C0E1B11F0E8}" srcOrd="0" destOrd="0" presId="urn:microsoft.com/office/officeart/2005/8/layout/hierarchy1"/>
    <dgm:cxn modelId="{AFF3BFA7-4EC4-4D26-9AE9-AC4739EA5476}" type="presOf" srcId="{20A74070-6BBC-433A-A185-6FA8478A99D6}" destId="{E59DB777-A860-4289-BC3E-9206DA3B4043}" srcOrd="0" destOrd="0" presId="urn:microsoft.com/office/officeart/2005/8/layout/hierarchy1"/>
    <dgm:cxn modelId="{12CF3EB3-6B35-48AF-B24C-96E6A2817CFB}" srcId="{917888C0-433D-4E94-98B6-B118D41E52A0}" destId="{5B477E6A-26A1-455A-9002-EB9F1075A800}" srcOrd="3" destOrd="0" parTransId="{DFFD2499-D407-42AD-AB57-46C2F13948C9}" sibTransId="{5797A443-7759-43E5-AE31-611E7840B312}"/>
    <dgm:cxn modelId="{0F5F43C6-7318-4EEC-A133-E556F4C82EFE}" type="presOf" srcId="{5B477E6A-26A1-455A-9002-EB9F1075A800}" destId="{075F3172-C295-404D-BB8C-D8CA948C5642}" srcOrd="0" destOrd="0" presId="urn:microsoft.com/office/officeart/2005/8/layout/hierarchy1"/>
    <dgm:cxn modelId="{9C4DC0DC-0F3B-473E-8279-A94E521C90AA}" type="presOf" srcId="{52F24914-934A-4EB0-8C3A-279384F7655A}" destId="{6501F566-C723-4A63-9C5E-0FE66EDC3901}" srcOrd="0" destOrd="0" presId="urn:microsoft.com/office/officeart/2005/8/layout/hierarchy1"/>
    <dgm:cxn modelId="{9D4425E6-0697-4F20-B9F2-2E7D105D2A47}" type="presOf" srcId="{BCB6CA79-75F6-4AD5-A92C-545979971DA7}" destId="{F82951A8-853E-4F49-88A9-F6EF5C26604A}" srcOrd="0" destOrd="0" presId="urn:microsoft.com/office/officeart/2005/8/layout/hierarchy1"/>
    <dgm:cxn modelId="{243987E9-34EB-476F-90A3-E653294F8244}" type="presOf" srcId="{5A712626-E1C3-435C-B370-0A8AB9BBE898}" destId="{235BCE69-91C3-41F9-A7BB-4DB7BF0DC2E8}" srcOrd="0" destOrd="0" presId="urn:microsoft.com/office/officeart/2005/8/layout/hierarchy1"/>
    <dgm:cxn modelId="{03DEB6FD-957C-4A90-BBEE-86D49AB3283F}" type="presOf" srcId="{131BF47F-2C13-402A-9CDC-D06584415279}" destId="{BF45601E-B088-45B5-BA53-8071B090D8DC}" srcOrd="0" destOrd="0" presId="urn:microsoft.com/office/officeart/2005/8/layout/hierarchy1"/>
    <dgm:cxn modelId="{6716B1FF-7294-499B-8134-D2E96FC45CFB}" type="presOf" srcId="{5496BD5D-D53F-4EF3-A156-A2D981A7A0E9}" destId="{01782C97-2FBD-45FE-A398-60EE1DE58EE7}" srcOrd="0" destOrd="0" presId="urn:microsoft.com/office/officeart/2005/8/layout/hierarchy1"/>
    <dgm:cxn modelId="{915BBC37-995C-463C-809A-F9DD925C0EDD}" type="presParOf" srcId="{265CF5DB-D4E7-46BB-8453-E5F1B8F0F4BA}" destId="{E54AB270-B13C-44BC-8EFE-5994E61B98CE}" srcOrd="0" destOrd="0" presId="urn:microsoft.com/office/officeart/2005/8/layout/hierarchy1"/>
    <dgm:cxn modelId="{88108AE3-EC1A-4EDA-B65D-7C3CE18F30BC}" type="presParOf" srcId="{E54AB270-B13C-44BC-8EFE-5994E61B98CE}" destId="{156C841A-D5CD-47A3-91F9-AEA11E220448}" srcOrd="0" destOrd="0" presId="urn:microsoft.com/office/officeart/2005/8/layout/hierarchy1"/>
    <dgm:cxn modelId="{0A166EF8-8441-4642-B67A-A22C0B6050F7}" type="presParOf" srcId="{156C841A-D5CD-47A3-91F9-AEA11E220448}" destId="{A075567A-CE22-4E67-8A71-BB7DA57877AA}" srcOrd="0" destOrd="0" presId="urn:microsoft.com/office/officeart/2005/8/layout/hierarchy1"/>
    <dgm:cxn modelId="{B610F64A-C656-4B71-93C2-B85332422275}" type="presParOf" srcId="{156C841A-D5CD-47A3-91F9-AEA11E220448}" destId="{0DBBF3CA-8479-4938-A99D-7D6E5B7466E5}" srcOrd="1" destOrd="0" presId="urn:microsoft.com/office/officeart/2005/8/layout/hierarchy1"/>
    <dgm:cxn modelId="{4222DA2E-AA29-41C4-8DE2-44570BCB33ED}" type="presParOf" srcId="{E54AB270-B13C-44BC-8EFE-5994E61B98CE}" destId="{52EFA060-A80A-44AD-A97D-6DF1334BF4FA}" srcOrd="1" destOrd="0" presId="urn:microsoft.com/office/officeart/2005/8/layout/hierarchy1"/>
    <dgm:cxn modelId="{E1233774-2900-4CB9-842F-C4A7D0E38B9C}" type="presParOf" srcId="{52EFA060-A80A-44AD-A97D-6DF1334BF4FA}" destId="{BF45601E-B088-45B5-BA53-8071B090D8DC}" srcOrd="0" destOrd="0" presId="urn:microsoft.com/office/officeart/2005/8/layout/hierarchy1"/>
    <dgm:cxn modelId="{E53A62E2-75B9-4C20-8A63-5285B2FAB02D}" type="presParOf" srcId="{52EFA060-A80A-44AD-A97D-6DF1334BF4FA}" destId="{80D1B040-E639-470B-8613-AC36FA3B3E77}" srcOrd="1" destOrd="0" presId="urn:microsoft.com/office/officeart/2005/8/layout/hierarchy1"/>
    <dgm:cxn modelId="{0E5CA1FA-B7B1-4782-9E7C-0D176EF26875}" type="presParOf" srcId="{80D1B040-E639-470B-8613-AC36FA3B3E77}" destId="{D455B5E8-9BC9-457D-8B18-70113B9EAA6A}" srcOrd="0" destOrd="0" presId="urn:microsoft.com/office/officeart/2005/8/layout/hierarchy1"/>
    <dgm:cxn modelId="{D5DEF02D-7CB1-46D2-9ECF-AF8091E7FA1B}" type="presParOf" srcId="{D455B5E8-9BC9-457D-8B18-70113B9EAA6A}" destId="{F9986544-81CC-48FB-8C7F-52417E1AA68C}" srcOrd="0" destOrd="0" presId="urn:microsoft.com/office/officeart/2005/8/layout/hierarchy1"/>
    <dgm:cxn modelId="{F91A4F6F-1EBD-4E77-804A-BBB7F024D176}" type="presParOf" srcId="{D455B5E8-9BC9-457D-8B18-70113B9EAA6A}" destId="{F82951A8-853E-4F49-88A9-F6EF5C26604A}" srcOrd="1" destOrd="0" presId="urn:microsoft.com/office/officeart/2005/8/layout/hierarchy1"/>
    <dgm:cxn modelId="{7E51120A-B5D0-4726-A261-359EB7483CCC}" type="presParOf" srcId="{80D1B040-E639-470B-8613-AC36FA3B3E77}" destId="{F0D671EB-0456-4B2E-A9A6-6B55EF7DAE59}" srcOrd="1" destOrd="0" presId="urn:microsoft.com/office/officeart/2005/8/layout/hierarchy1"/>
    <dgm:cxn modelId="{32A2DC12-EBB5-4AD2-9B60-6959C6BFB002}" type="presParOf" srcId="{52EFA060-A80A-44AD-A97D-6DF1334BF4FA}" destId="{235BCE69-91C3-41F9-A7BB-4DB7BF0DC2E8}" srcOrd="2" destOrd="0" presId="urn:microsoft.com/office/officeart/2005/8/layout/hierarchy1"/>
    <dgm:cxn modelId="{51E4039C-282C-4EDE-A9D0-6BEDC8D69B3C}" type="presParOf" srcId="{52EFA060-A80A-44AD-A97D-6DF1334BF4FA}" destId="{2FB8B79E-9DF0-4AFB-B667-D2522654B409}" srcOrd="3" destOrd="0" presId="urn:microsoft.com/office/officeart/2005/8/layout/hierarchy1"/>
    <dgm:cxn modelId="{56B3A391-0FD5-4566-BD88-B9F3772D0BC6}" type="presParOf" srcId="{2FB8B79E-9DF0-4AFB-B667-D2522654B409}" destId="{87A6DAA7-7D73-489B-9E4B-C18DA154BF87}" srcOrd="0" destOrd="0" presId="urn:microsoft.com/office/officeart/2005/8/layout/hierarchy1"/>
    <dgm:cxn modelId="{B0D78E87-95F0-4AAA-9B0C-4D6ED80EDADC}" type="presParOf" srcId="{87A6DAA7-7D73-489B-9E4B-C18DA154BF87}" destId="{BE09AC41-3328-4EED-B706-A9E3A6AE3FE4}" srcOrd="0" destOrd="0" presId="urn:microsoft.com/office/officeart/2005/8/layout/hierarchy1"/>
    <dgm:cxn modelId="{EC80F273-755E-4926-8272-F0C91BD7F2E4}" type="presParOf" srcId="{87A6DAA7-7D73-489B-9E4B-C18DA154BF87}" destId="{B13DB049-56BE-44AE-9381-9FBC8CCABF3C}" srcOrd="1" destOrd="0" presId="urn:microsoft.com/office/officeart/2005/8/layout/hierarchy1"/>
    <dgm:cxn modelId="{3201CD32-501D-4E66-860E-97CA492FAAC8}" type="presParOf" srcId="{2FB8B79E-9DF0-4AFB-B667-D2522654B409}" destId="{97D89A4A-6E63-4D18-A81F-DD6D1ED576A7}" srcOrd="1" destOrd="0" presId="urn:microsoft.com/office/officeart/2005/8/layout/hierarchy1"/>
    <dgm:cxn modelId="{3292B891-C24D-4993-92B1-B9D4B1CBEEAA}" type="presParOf" srcId="{52EFA060-A80A-44AD-A97D-6DF1334BF4FA}" destId="{01782C97-2FBD-45FE-A398-60EE1DE58EE7}" srcOrd="4" destOrd="0" presId="urn:microsoft.com/office/officeart/2005/8/layout/hierarchy1"/>
    <dgm:cxn modelId="{1DDFBFC4-B6FA-43F2-941F-2FB604CB0B09}" type="presParOf" srcId="{52EFA060-A80A-44AD-A97D-6DF1334BF4FA}" destId="{34CC10FC-F09F-467F-B0FF-2277A4E54DD9}" srcOrd="5" destOrd="0" presId="urn:microsoft.com/office/officeart/2005/8/layout/hierarchy1"/>
    <dgm:cxn modelId="{B5D271BA-A7F6-4FE5-822C-FE0798E60908}" type="presParOf" srcId="{34CC10FC-F09F-467F-B0FF-2277A4E54DD9}" destId="{1931A6F3-5337-4D37-BF27-0A6406741B9F}" srcOrd="0" destOrd="0" presId="urn:microsoft.com/office/officeart/2005/8/layout/hierarchy1"/>
    <dgm:cxn modelId="{25C91571-43C3-4F3A-955B-B70CD7D3CEBC}" type="presParOf" srcId="{1931A6F3-5337-4D37-BF27-0A6406741B9F}" destId="{9D329317-E3C2-4CCF-93A3-3A96CC1453C8}" srcOrd="0" destOrd="0" presId="urn:microsoft.com/office/officeart/2005/8/layout/hierarchy1"/>
    <dgm:cxn modelId="{03B24A96-4C48-459A-BCA3-349558942326}" type="presParOf" srcId="{1931A6F3-5337-4D37-BF27-0A6406741B9F}" destId="{6501F566-C723-4A63-9C5E-0FE66EDC3901}" srcOrd="1" destOrd="0" presId="urn:microsoft.com/office/officeart/2005/8/layout/hierarchy1"/>
    <dgm:cxn modelId="{9232564D-ACB8-41BF-A415-5F7FE24B3FE3}" type="presParOf" srcId="{34CC10FC-F09F-467F-B0FF-2277A4E54DD9}" destId="{628CA04A-648B-43D7-ABE4-59E0A2078391}" srcOrd="1" destOrd="0" presId="urn:microsoft.com/office/officeart/2005/8/layout/hierarchy1"/>
    <dgm:cxn modelId="{1ED405AD-B4AF-4FFE-9281-B133016324C3}" type="presParOf" srcId="{52EFA060-A80A-44AD-A97D-6DF1334BF4FA}" destId="{5B4E3B1D-C89C-41EA-A007-655691CEA369}" srcOrd="6" destOrd="0" presId="urn:microsoft.com/office/officeart/2005/8/layout/hierarchy1"/>
    <dgm:cxn modelId="{CA7092F2-58E5-4D19-AA33-2322F68DB477}" type="presParOf" srcId="{52EFA060-A80A-44AD-A97D-6DF1334BF4FA}" destId="{45C0CFF0-B978-4BE8-AC7D-97A076713E85}" srcOrd="7" destOrd="0" presId="urn:microsoft.com/office/officeart/2005/8/layout/hierarchy1"/>
    <dgm:cxn modelId="{764E2168-991A-4ABE-83E4-D341F736581A}" type="presParOf" srcId="{45C0CFF0-B978-4BE8-AC7D-97A076713E85}" destId="{B8577F7F-3DB4-44D4-916C-044D42CE1F04}" srcOrd="0" destOrd="0" presId="urn:microsoft.com/office/officeart/2005/8/layout/hierarchy1"/>
    <dgm:cxn modelId="{0C732516-51C5-44CC-BFD1-6A4EDAE0DEE3}" type="presParOf" srcId="{B8577F7F-3DB4-44D4-916C-044D42CE1F04}" destId="{30DA54E2-473B-4148-B4B4-FDA8648274D6}" srcOrd="0" destOrd="0" presId="urn:microsoft.com/office/officeart/2005/8/layout/hierarchy1"/>
    <dgm:cxn modelId="{FD637A51-5504-4923-B863-498B08DABB81}" type="presParOf" srcId="{B8577F7F-3DB4-44D4-916C-044D42CE1F04}" destId="{075F3172-C295-404D-BB8C-D8CA948C5642}" srcOrd="1" destOrd="0" presId="urn:microsoft.com/office/officeart/2005/8/layout/hierarchy1"/>
    <dgm:cxn modelId="{E678F38A-1EA4-4D73-A5CC-82CF34BFD2CB}" type="presParOf" srcId="{45C0CFF0-B978-4BE8-AC7D-97A076713E85}" destId="{9C0B4FA2-4C24-4F1F-B1CC-05D5D63A0E38}" srcOrd="1" destOrd="0" presId="urn:microsoft.com/office/officeart/2005/8/layout/hierarchy1"/>
    <dgm:cxn modelId="{85C05A14-4116-406B-9905-92099A548F96}" type="presParOf" srcId="{52EFA060-A80A-44AD-A97D-6DF1334BF4FA}" destId="{0CE34A9C-AB54-4CB1-96C1-0C0E1B11F0E8}" srcOrd="8" destOrd="0" presId="urn:microsoft.com/office/officeart/2005/8/layout/hierarchy1"/>
    <dgm:cxn modelId="{36953D1A-600E-486D-AFDA-A516E669CA3F}" type="presParOf" srcId="{52EFA060-A80A-44AD-A97D-6DF1334BF4FA}" destId="{1FEA6E43-4AF7-482D-80A6-306440F1C83C}" srcOrd="9" destOrd="0" presId="urn:microsoft.com/office/officeart/2005/8/layout/hierarchy1"/>
    <dgm:cxn modelId="{FC16DF71-66A2-49CD-84B4-7402C73FF826}" type="presParOf" srcId="{1FEA6E43-4AF7-482D-80A6-306440F1C83C}" destId="{A50C732A-537B-423A-9EBC-8CC21FC4C51F}" srcOrd="0" destOrd="0" presId="urn:microsoft.com/office/officeart/2005/8/layout/hierarchy1"/>
    <dgm:cxn modelId="{570C9464-D676-4A8A-9E15-7F3583764E36}" type="presParOf" srcId="{A50C732A-537B-423A-9EBC-8CC21FC4C51F}" destId="{DE7A6650-013D-4B3D-815A-284B7896B50E}" srcOrd="0" destOrd="0" presId="urn:microsoft.com/office/officeart/2005/8/layout/hierarchy1"/>
    <dgm:cxn modelId="{E5D5E9E8-8DE6-43E6-8546-1A2DB0A42365}" type="presParOf" srcId="{A50C732A-537B-423A-9EBC-8CC21FC4C51F}" destId="{E59DB777-A860-4289-BC3E-9206DA3B4043}" srcOrd="1" destOrd="0" presId="urn:microsoft.com/office/officeart/2005/8/layout/hierarchy1"/>
    <dgm:cxn modelId="{82280F9F-C6E2-4CAB-BBA4-6FA64BFDB37E}" type="presParOf" srcId="{1FEA6E43-4AF7-482D-80A6-306440F1C83C}" destId="{2B08FDCD-B7F4-4317-81A2-47C99DE63A4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34A9C-AB54-4CB1-96C1-0C0E1B11F0E8}">
      <dsp:nvSpPr>
        <dsp:cNvPr id="0" name=""/>
        <dsp:cNvSpPr/>
      </dsp:nvSpPr>
      <dsp:spPr>
        <a:xfrm>
          <a:off x="2755083" y="1041024"/>
          <a:ext cx="2285646" cy="2719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319"/>
              </a:lnTo>
              <a:lnTo>
                <a:pt x="2285646" y="185319"/>
              </a:lnTo>
              <a:lnTo>
                <a:pt x="2285646" y="27193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4E3B1D-C89C-41EA-A007-655691CEA369}">
      <dsp:nvSpPr>
        <dsp:cNvPr id="0" name=""/>
        <dsp:cNvSpPr/>
      </dsp:nvSpPr>
      <dsp:spPr>
        <a:xfrm>
          <a:off x="2755083" y="1041024"/>
          <a:ext cx="1142823" cy="2719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319"/>
              </a:lnTo>
              <a:lnTo>
                <a:pt x="1142823" y="185319"/>
              </a:lnTo>
              <a:lnTo>
                <a:pt x="1142823" y="27193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782C97-2FBD-45FE-A398-60EE1DE58EE7}">
      <dsp:nvSpPr>
        <dsp:cNvPr id="0" name=""/>
        <dsp:cNvSpPr/>
      </dsp:nvSpPr>
      <dsp:spPr>
        <a:xfrm>
          <a:off x="2709363" y="1041024"/>
          <a:ext cx="91440" cy="2719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193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5BCE69-91C3-41F9-A7BB-4DB7BF0DC2E8}">
      <dsp:nvSpPr>
        <dsp:cNvPr id="0" name=""/>
        <dsp:cNvSpPr/>
      </dsp:nvSpPr>
      <dsp:spPr>
        <a:xfrm>
          <a:off x="1612260" y="1041024"/>
          <a:ext cx="1142823" cy="271939"/>
        </a:xfrm>
        <a:custGeom>
          <a:avLst/>
          <a:gdLst/>
          <a:ahLst/>
          <a:cxnLst/>
          <a:rect l="0" t="0" r="0" b="0"/>
          <a:pathLst>
            <a:path>
              <a:moveTo>
                <a:pt x="1142823" y="0"/>
              </a:moveTo>
              <a:lnTo>
                <a:pt x="1142823" y="185319"/>
              </a:lnTo>
              <a:lnTo>
                <a:pt x="0" y="185319"/>
              </a:lnTo>
              <a:lnTo>
                <a:pt x="0" y="27193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45601E-B088-45B5-BA53-8071B090D8DC}">
      <dsp:nvSpPr>
        <dsp:cNvPr id="0" name=""/>
        <dsp:cNvSpPr/>
      </dsp:nvSpPr>
      <dsp:spPr>
        <a:xfrm>
          <a:off x="469437" y="1041024"/>
          <a:ext cx="2285646" cy="271939"/>
        </a:xfrm>
        <a:custGeom>
          <a:avLst/>
          <a:gdLst/>
          <a:ahLst/>
          <a:cxnLst/>
          <a:rect l="0" t="0" r="0" b="0"/>
          <a:pathLst>
            <a:path>
              <a:moveTo>
                <a:pt x="2285646" y="0"/>
              </a:moveTo>
              <a:lnTo>
                <a:pt x="2285646" y="185319"/>
              </a:lnTo>
              <a:lnTo>
                <a:pt x="0" y="185319"/>
              </a:lnTo>
              <a:lnTo>
                <a:pt x="0" y="27193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5567A-CE22-4E67-8A71-BB7DA57877AA}">
      <dsp:nvSpPr>
        <dsp:cNvPr id="0" name=""/>
        <dsp:cNvSpPr/>
      </dsp:nvSpPr>
      <dsp:spPr>
        <a:xfrm>
          <a:off x="2287564" y="447275"/>
          <a:ext cx="935037" cy="593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BF3CA-8479-4938-A99D-7D6E5B7466E5}">
      <dsp:nvSpPr>
        <dsp:cNvPr id="0" name=""/>
        <dsp:cNvSpPr/>
      </dsp:nvSpPr>
      <dsp:spPr>
        <a:xfrm>
          <a:off x="2391457" y="545974"/>
          <a:ext cx="935037" cy="593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/>
            <a:t>These are the types of rockets that are as follows:</a:t>
          </a:r>
          <a:endParaRPr lang="en-US" sz="800" kern="1200"/>
        </a:p>
      </dsp:txBody>
      <dsp:txXfrm>
        <a:off x="2408847" y="563364"/>
        <a:ext cx="900257" cy="558968"/>
      </dsp:txXfrm>
    </dsp:sp>
    <dsp:sp modelId="{F9986544-81CC-48FB-8C7F-52417E1AA68C}">
      <dsp:nvSpPr>
        <dsp:cNvPr id="0" name=""/>
        <dsp:cNvSpPr/>
      </dsp:nvSpPr>
      <dsp:spPr>
        <a:xfrm>
          <a:off x="1918" y="1312964"/>
          <a:ext cx="935037" cy="593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951A8-853E-4F49-88A9-F6EF5C26604A}">
      <dsp:nvSpPr>
        <dsp:cNvPr id="0" name=""/>
        <dsp:cNvSpPr/>
      </dsp:nvSpPr>
      <dsp:spPr>
        <a:xfrm>
          <a:off x="105811" y="1411662"/>
          <a:ext cx="935037" cy="593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GSLV</a:t>
          </a:r>
        </a:p>
      </dsp:txBody>
      <dsp:txXfrm>
        <a:off x="123201" y="1429052"/>
        <a:ext cx="900257" cy="558968"/>
      </dsp:txXfrm>
    </dsp:sp>
    <dsp:sp modelId="{BE09AC41-3328-4EED-B706-A9E3A6AE3FE4}">
      <dsp:nvSpPr>
        <dsp:cNvPr id="0" name=""/>
        <dsp:cNvSpPr/>
      </dsp:nvSpPr>
      <dsp:spPr>
        <a:xfrm>
          <a:off x="1144741" y="1312964"/>
          <a:ext cx="935037" cy="593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3DB049-56BE-44AE-9381-9FBC8CCABF3C}">
      <dsp:nvSpPr>
        <dsp:cNvPr id="0" name=""/>
        <dsp:cNvSpPr/>
      </dsp:nvSpPr>
      <dsp:spPr>
        <a:xfrm>
          <a:off x="1248634" y="1411662"/>
          <a:ext cx="935037" cy="593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PSLV</a:t>
          </a:r>
        </a:p>
      </dsp:txBody>
      <dsp:txXfrm>
        <a:off x="1266024" y="1429052"/>
        <a:ext cx="900257" cy="558968"/>
      </dsp:txXfrm>
    </dsp:sp>
    <dsp:sp modelId="{9D329317-E3C2-4CCF-93A3-3A96CC1453C8}">
      <dsp:nvSpPr>
        <dsp:cNvPr id="0" name=""/>
        <dsp:cNvSpPr/>
      </dsp:nvSpPr>
      <dsp:spPr>
        <a:xfrm>
          <a:off x="2287564" y="1312964"/>
          <a:ext cx="935037" cy="593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1F566-C723-4A63-9C5E-0FE66EDC3901}">
      <dsp:nvSpPr>
        <dsp:cNvPr id="0" name=""/>
        <dsp:cNvSpPr/>
      </dsp:nvSpPr>
      <dsp:spPr>
        <a:xfrm>
          <a:off x="2391457" y="1411662"/>
          <a:ext cx="935037" cy="593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ASLV</a:t>
          </a:r>
        </a:p>
      </dsp:txBody>
      <dsp:txXfrm>
        <a:off x="2408847" y="1429052"/>
        <a:ext cx="900257" cy="558968"/>
      </dsp:txXfrm>
    </dsp:sp>
    <dsp:sp modelId="{30DA54E2-473B-4148-B4B4-FDA8648274D6}">
      <dsp:nvSpPr>
        <dsp:cNvPr id="0" name=""/>
        <dsp:cNvSpPr/>
      </dsp:nvSpPr>
      <dsp:spPr>
        <a:xfrm>
          <a:off x="3430388" y="1312964"/>
          <a:ext cx="935037" cy="593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F3172-C295-404D-BB8C-D8CA948C5642}">
      <dsp:nvSpPr>
        <dsp:cNvPr id="0" name=""/>
        <dsp:cNvSpPr/>
      </dsp:nvSpPr>
      <dsp:spPr>
        <a:xfrm>
          <a:off x="3534281" y="1411662"/>
          <a:ext cx="935037" cy="593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SLV-3</a:t>
          </a:r>
        </a:p>
      </dsp:txBody>
      <dsp:txXfrm>
        <a:off x="3551671" y="1429052"/>
        <a:ext cx="900257" cy="558968"/>
      </dsp:txXfrm>
    </dsp:sp>
    <dsp:sp modelId="{DE7A6650-013D-4B3D-815A-284B7896B50E}">
      <dsp:nvSpPr>
        <dsp:cNvPr id="0" name=""/>
        <dsp:cNvSpPr/>
      </dsp:nvSpPr>
      <dsp:spPr>
        <a:xfrm>
          <a:off x="4573211" y="1312964"/>
          <a:ext cx="935037" cy="593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DB777-A860-4289-BC3E-9206DA3B4043}">
      <dsp:nvSpPr>
        <dsp:cNvPr id="0" name=""/>
        <dsp:cNvSpPr/>
      </dsp:nvSpPr>
      <dsp:spPr>
        <a:xfrm>
          <a:off x="4677104" y="1411662"/>
          <a:ext cx="935037" cy="593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GSLV M I, II, and III.</a:t>
          </a:r>
        </a:p>
      </dsp:txBody>
      <dsp:txXfrm>
        <a:off x="4694494" y="1429052"/>
        <a:ext cx="900257" cy="558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1C5AA-AEAD-4F7A-9150-3AC28E6E881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997CB-D14E-4039-B27E-9CD45742C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034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997CB-D14E-4039-B27E-9CD45742CAE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065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that’s all for today’s presentation I am glad that you like it as I will be seeing you in next class in Diwali </a:t>
            </a:r>
            <a:r>
              <a:rPr lang="en-US" dirty="0" err="1"/>
              <a:t>swetha</a:t>
            </a:r>
            <a:r>
              <a:rPr lang="en-US" dirty="0"/>
              <a:t> </a:t>
            </a:r>
            <a:r>
              <a:rPr lang="en-US" dirty="0" err="1"/>
              <a:t>maam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997CB-D14E-4039-B27E-9CD45742CAE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22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997CB-D14E-4039-B27E-9CD45742CAE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389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8E83-0CA9-A770-760E-DB44BB428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27835-AA5A-C70E-AB88-6A4CFD0F7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B3DC6-1C69-D13A-41D1-4FFF1D52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7CB16-48ED-B00C-2E28-DD508E39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A789B-9CB8-013E-BE76-E63BB395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76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A396-5D09-C76B-F4AF-9A1AA98A4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25A01-7D01-FC5F-D8B4-D3258097C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1D6FC-89C8-64EB-2455-05C1FC17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F4155-9EB7-AECA-982E-FEE323F3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66446-8E09-0B92-BCFB-884190075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06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B1CC-4C14-C3AC-720C-3B1B301DD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64B18-CBBA-337D-4DED-AD39204D0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9DFD4-32A1-5611-C435-649D487BF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3081-DE8C-27B4-D2F5-A328F80E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9D677-4C63-0DA3-F2FB-500C6C2C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21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1ED1-F7C3-3E6A-2353-0738864F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F378-CAC3-2282-168A-071C63D04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DACCA-C51B-43ED-A9E9-C58A2E56B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EC56D-94EB-34BF-8202-51CC3859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45B44-E283-B97B-170A-B18739EF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B8F13-7B8F-B2A3-AB52-D1523E3B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19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4D71F-0401-42FF-5DE5-1DAB314E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ABDDD-13B0-9ED7-3C8C-46F6E2B68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C20FF-3A40-25A6-310F-4B2E95F03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992F9-BAA6-4033-FA1D-D653AFBB1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74AB6-7CDC-B4CC-7214-6C07906409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A0A3E-6DDF-E88D-82E7-2902BCA2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7FDCB5-4877-BF04-FC15-5CA99B44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9E2F88-2469-99A7-4DA7-464D866F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76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EF50-D73B-8C02-D859-9E385E35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45820-6007-CE78-075A-35258D80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62CC1-86A9-98D6-DD10-1A57CDC33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26D22-1408-38F6-9C92-F360C866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62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FA24E-6A05-70EE-0F98-6909F212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65F97-0C96-3523-EC2B-86C4D044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5E14C-6E30-3FAD-2291-716FFA32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11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7E03-2151-F082-59B5-E73325C26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D5377-D315-A622-60CD-ECFE23666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67AE2-A788-EA51-DF75-D2E10EAF2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9BD70-48CB-E0AB-839E-C76FFC63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49A66-FB02-90B2-ECDE-DDEB830C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86856-3C5B-3810-13E1-D7486DDA9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379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A7BC-8A4F-96D1-FED2-977310A1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DE01AE-E289-555A-5C2C-0726BA7DF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68514-9F22-6CE8-0792-E95C0A1A8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4C271-DEF2-16FE-6AD3-C9764FBB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C773E-466B-43FC-2A26-A8F887083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060D8-6248-D566-0F2B-DB9DB9F9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8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D1ECC-4015-DD67-2D6F-9F479105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7A2F2-6179-897C-A16F-1686D606E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280CB-D69B-4883-757F-D30D26C0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AA026-0BB0-9F4C-D2CC-4AD40909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2F420-8918-1FC4-6118-6B4EDE40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25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4A551-4E5A-F7C9-910F-D41AFD5BB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2DD7C-17C7-44A4-C96B-BF9D5B631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534C1-A81D-8DFD-6AE4-6ED8DB84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C3C53-5FC1-6B1A-371F-E3A811C0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3AB56-AB3C-8C47-879B-A6C77877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2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11C178-3FC3-8B73-3B5F-8DF0EE62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D0B57-3B97-8709-EC98-01EBF7651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3C455-7F45-D5F1-93A5-7BCBE3268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CE410-4214-4259-AEE5-7E9554BA042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834E6-552E-23B1-E25C-8CB6F26FC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ADA8-8383-FF48-0E7E-E5D432F06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7D09B-6990-46F4-8636-3CBD63657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811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tx2"/>
                </a:solidFill>
              </a:rPr>
              <a:t>ISRO (Indian Space Research Organisation)</a:t>
            </a:r>
            <a:endParaRPr lang="en-IN" sz="270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  <a:latin typeface="+mj-lt"/>
              </a:rPr>
              <a:t>Presenting to:swetha uttarakar madam</a:t>
            </a:r>
          </a:p>
          <a:p>
            <a:pPr algn="l"/>
            <a:r>
              <a:rPr lang="en-US" sz="1700">
                <a:solidFill>
                  <a:schemeClr val="tx2"/>
                </a:solidFill>
                <a:latin typeface="+mj-lt"/>
              </a:rPr>
              <a:t>By:Arindam Das </a:t>
            </a:r>
            <a:endParaRPr lang="en-IN" sz="17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52" y="3004782"/>
            <a:ext cx="3106320" cy="1762836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2323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7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9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1062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3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C:\Users\HP\Desktop\Arindam Das\Python1\symbols\Isro symbo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2735" y="2422351"/>
            <a:ext cx="3547660" cy="2013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89787" y="3566810"/>
            <a:ext cx="4269715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What is ISRO 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ISRO stands for Indian Space Research Organization. It has different types of missions which are Chandrayaan 1, 2, and, 3 , Gaanganyaan, NISAR. India has produced more hundreds of satellites and rockets. Their current launch pad is Srihari Kota, Andhra Pradesh.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The ISRO was developed since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15 august,1969.It has types of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Like GSLV, PSLV, etc.</a:t>
            </a:r>
          </a:p>
        </p:txBody>
      </p:sp>
    </p:spTree>
    <p:extLst>
      <p:ext uri="{BB962C8B-B14F-4D97-AF65-F5344CB8AC3E}">
        <p14:creationId xmlns:p14="http://schemas.microsoft.com/office/powerpoint/2010/main" val="232397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HP\Desktop\Arindam Das\Python1\symbols\rockets\Parts of rockets.jpg">
            <a:extLst>
              <a:ext uri="{FF2B5EF4-FFF2-40B4-BE49-F238E27FC236}">
                <a16:creationId xmlns:a16="http://schemas.microsoft.com/office/drawing/2014/main" id="{5B77348C-6005-0E12-641D-94D6F96D2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3" b="33990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91E3AF9C-D82E-8C5E-74D5-CE6C401B340F}"/>
              </a:ext>
            </a:extLst>
          </p:cNvPr>
          <p:cNvGraphicFramePr/>
          <p:nvPr/>
        </p:nvGraphicFramePr>
        <p:xfrm>
          <a:off x="3167986" y="3752850"/>
          <a:ext cx="5614060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2958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HP\Desktop\Arindam Das\Python1\symbols\rockets\Specifications-of-Chandrayaan-2-Launch-Vehicle-GSLV-MK-III-M1-Credit-ISRO-PhotoRoom.png">
            <a:extLst>
              <a:ext uri="{FF2B5EF4-FFF2-40B4-BE49-F238E27FC236}">
                <a16:creationId xmlns:a16="http://schemas.microsoft.com/office/drawing/2014/main" id="{97B2D028-6FC2-28A2-BEDA-085B10AD4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23"/>
          <a:stretch>
            <a:fillRect/>
          </a:stretch>
        </p:blipFill>
        <p:spPr bwMode="auto"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7124AB-1892-E4AC-4B41-B4D2EFCCE337}"/>
              </a:ext>
            </a:extLst>
          </p:cNvPr>
          <p:cNvSpPr txBox="1"/>
          <p:nvPr/>
        </p:nvSpPr>
        <p:spPr>
          <a:xfrm>
            <a:off x="3490720" y="4777739"/>
            <a:ext cx="5173220" cy="139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 baseline="0" dirty="0"/>
              <a:t>Parts of rocket.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aseline="0" dirty="0"/>
              <a:t>For ex : This</a:t>
            </a:r>
            <a:r>
              <a:rPr lang="en-US" sz="1900" dirty="0"/>
              <a:t> picture Fig.2</a:t>
            </a:r>
          </a:p>
        </p:txBody>
      </p:sp>
    </p:spTree>
    <p:extLst>
      <p:ext uri="{BB962C8B-B14F-4D97-AF65-F5344CB8AC3E}">
        <p14:creationId xmlns:p14="http://schemas.microsoft.com/office/powerpoint/2010/main" val="365628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638B61BD-0EE1-4D29-B894-126CD61C5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Freeform: Shape 1056">
            <a:extLst>
              <a:ext uri="{FF2B5EF4-FFF2-40B4-BE49-F238E27FC236}">
                <a16:creationId xmlns:a16="http://schemas.microsoft.com/office/drawing/2014/main" id="{BBC14DD5-C584-4158-BF76-ECE3C6DB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custGeom>
            <a:avLst/>
            <a:gdLst>
              <a:gd name="connsiteX0" fmla="*/ 5947992 w 12192000"/>
              <a:gd name="connsiteY0" fmla="*/ 2457985 h 6858000"/>
              <a:gd name="connsiteX1" fmla="*/ 5926156 w 12192000"/>
              <a:gd name="connsiteY1" fmla="*/ 2472983 h 6858000"/>
              <a:gd name="connsiteX2" fmla="*/ 6047792 w 12192000"/>
              <a:gd name="connsiteY2" fmla="*/ 2529213 h 6858000"/>
              <a:gd name="connsiteX3" fmla="*/ 5857576 w 12192000"/>
              <a:gd name="connsiteY3" fmla="*/ 2499619 h 6858000"/>
              <a:gd name="connsiteX4" fmla="*/ 5854328 w 12192000"/>
              <a:gd name="connsiteY4" fmla="*/ 2518740 h 6858000"/>
              <a:gd name="connsiteX5" fmla="*/ 6070351 w 12192000"/>
              <a:gd name="connsiteY5" fmla="*/ 2591134 h 6858000"/>
              <a:gd name="connsiteX6" fmla="*/ 6051040 w 12192000"/>
              <a:gd name="connsiteY6" fmla="*/ 2602290 h 6858000"/>
              <a:gd name="connsiteX7" fmla="*/ 5936261 w 12192000"/>
              <a:gd name="connsiteY7" fmla="*/ 2574288 h 6858000"/>
              <a:gd name="connsiteX8" fmla="*/ 5913160 w 12192000"/>
              <a:gd name="connsiteY8" fmla="*/ 2581573 h 6858000"/>
              <a:gd name="connsiteX9" fmla="*/ 5924531 w 12192000"/>
              <a:gd name="connsiteY9" fmla="*/ 2615492 h 6858000"/>
              <a:gd name="connsiteX10" fmla="*/ 5974341 w 12192000"/>
              <a:gd name="connsiteY10" fmla="*/ 2628696 h 6858000"/>
              <a:gd name="connsiteX11" fmla="*/ 6051944 w 12192000"/>
              <a:gd name="connsiteY11" fmla="*/ 2708377 h 6858000"/>
              <a:gd name="connsiteX12" fmla="*/ 5934457 w 12192000"/>
              <a:gd name="connsiteY12" fmla="*/ 2698814 h 6858000"/>
              <a:gd name="connsiteX13" fmla="*/ 5913702 w 12192000"/>
              <a:gd name="connsiteY13" fmla="*/ 2718165 h 6858000"/>
              <a:gd name="connsiteX14" fmla="*/ 5905761 w 12192000"/>
              <a:gd name="connsiteY14" fmla="*/ 2743207 h 6858000"/>
              <a:gd name="connsiteX15" fmla="*/ 5860282 w 12192000"/>
              <a:gd name="connsiteY15" fmla="*/ 2763923 h 6858000"/>
              <a:gd name="connsiteX16" fmla="*/ 5931750 w 12192000"/>
              <a:gd name="connsiteY16" fmla="*/ 2787144 h 6858000"/>
              <a:gd name="connsiteX17" fmla="*/ 5855409 w 12192000"/>
              <a:gd name="connsiteY17" fmla="*/ 2787144 h 6858000"/>
              <a:gd name="connsiteX18" fmla="*/ 5767701 w 12192000"/>
              <a:gd name="connsiteY18" fmla="*/ 2771209 h 6858000"/>
              <a:gd name="connsiteX19" fmla="*/ 5674216 w 12192000"/>
              <a:gd name="connsiteY19" fmla="*/ 2776216 h 6858000"/>
              <a:gd name="connsiteX20" fmla="*/ 5487249 w 12192000"/>
              <a:gd name="connsiteY20" fmla="*/ 2746850 h 6858000"/>
              <a:gd name="connsiteX21" fmla="*/ 5398276 w 12192000"/>
              <a:gd name="connsiteY21" fmla="*/ 2748898 h 6858000"/>
              <a:gd name="connsiteX22" fmla="*/ 5892947 w 12192000"/>
              <a:gd name="connsiteY22" fmla="*/ 2946502 h 6858000"/>
              <a:gd name="connsiteX23" fmla="*/ 5867682 w 12192000"/>
              <a:gd name="connsiteY23" fmla="*/ 2989983 h 6858000"/>
              <a:gd name="connsiteX24" fmla="*/ 5971273 w 12192000"/>
              <a:gd name="connsiteY24" fmla="*/ 3037335 h 6858000"/>
              <a:gd name="connsiteX25" fmla="*/ 5996719 w 12192000"/>
              <a:gd name="connsiteY25" fmla="*/ 3084231 h 6858000"/>
              <a:gd name="connsiteX26" fmla="*/ 5964776 w 12192000"/>
              <a:gd name="connsiteY26" fmla="*/ 3080134 h 6858000"/>
              <a:gd name="connsiteX27" fmla="*/ 5937344 w 12192000"/>
              <a:gd name="connsiteY27" fmla="*/ 3089012 h 6858000"/>
              <a:gd name="connsiteX28" fmla="*/ 5948713 w 12192000"/>
              <a:gd name="connsiteY28" fmla="*/ 3148657 h 6858000"/>
              <a:gd name="connsiteX29" fmla="*/ 6095075 w 12192000"/>
              <a:gd name="connsiteY29" fmla="*/ 3225605 h 6858000"/>
              <a:gd name="connsiteX30" fmla="*/ 6108249 w 12192000"/>
              <a:gd name="connsiteY30" fmla="*/ 3250646 h 6858000"/>
              <a:gd name="connsiteX31" fmla="*/ 6090744 w 12192000"/>
              <a:gd name="connsiteY31" fmla="*/ 3268403 h 6858000"/>
              <a:gd name="connsiteX32" fmla="*/ 6043461 w 12192000"/>
              <a:gd name="connsiteY32" fmla="*/ 3277509 h 6858000"/>
              <a:gd name="connsiteX33" fmla="*/ 6109692 w 12192000"/>
              <a:gd name="connsiteY33" fmla="*/ 3362879 h 6858000"/>
              <a:gd name="connsiteX34" fmla="*/ 6133877 w 12192000"/>
              <a:gd name="connsiteY34" fmla="*/ 3386554 h 6858000"/>
              <a:gd name="connsiteX35" fmla="*/ 6175205 w 12192000"/>
              <a:gd name="connsiteY35" fmla="*/ 3423208 h 6858000"/>
              <a:gd name="connsiteX36" fmla="*/ 6175926 w 12192000"/>
              <a:gd name="connsiteY36" fmla="*/ 3434363 h 6858000"/>
              <a:gd name="connsiteX37" fmla="*/ 6119620 w 12192000"/>
              <a:gd name="connsiteY37" fmla="*/ 3473747 h 6858000"/>
              <a:gd name="connsiteX38" fmla="*/ 6018015 w 12192000"/>
              <a:gd name="connsiteY38" fmla="*/ 3463046 h 6858000"/>
              <a:gd name="connsiteX39" fmla="*/ 6168166 w 12192000"/>
              <a:gd name="connsiteY39" fmla="*/ 3521781 h 6858000"/>
              <a:gd name="connsiteX40" fmla="*/ 5682157 w 12192000"/>
              <a:gd name="connsiteY40" fmla="*/ 3381775 h 6858000"/>
              <a:gd name="connsiteX41" fmla="*/ 5713198 w 12192000"/>
              <a:gd name="connsiteY41" fmla="*/ 3418426 h 6858000"/>
              <a:gd name="connsiteX42" fmla="*/ 5883202 w 12192000"/>
              <a:gd name="connsiteY42" fmla="*/ 3514950 h 6858000"/>
              <a:gd name="connsiteX43" fmla="*/ 5931387 w 12192000"/>
              <a:gd name="connsiteY43" fmla="*/ 3575508 h 6858000"/>
              <a:gd name="connsiteX44" fmla="*/ 5981919 w 12192000"/>
              <a:gd name="connsiteY44" fmla="*/ 3608971 h 6858000"/>
              <a:gd name="connsiteX45" fmla="*/ 6052845 w 12192000"/>
              <a:gd name="connsiteY45" fmla="*/ 3608290 h 6858000"/>
              <a:gd name="connsiteX46" fmla="*/ 6103196 w 12192000"/>
              <a:gd name="connsiteY46" fmla="*/ 3659739 h 6858000"/>
              <a:gd name="connsiteX47" fmla="*/ 6050680 w 12192000"/>
              <a:gd name="connsiteY47" fmla="*/ 3670666 h 6858000"/>
              <a:gd name="connsiteX48" fmla="*/ 5989139 w 12192000"/>
              <a:gd name="connsiteY48" fmla="*/ 3662243 h 6858000"/>
              <a:gd name="connsiteX49" fmla="*/ 5856311 w 12192000"/>
              <a:gd name="connsiteY49" fmla="*/ 3664973 h 6858000"/>
              <a:gd name="connsiteX50" fmla="*/ 5780153 w 12192000"/>
              <a:gd name="connsiteY50" fmla="*/ 3674991 h 6858000"/>
              <a:gd name="connsiteX51" fmla="*/ 5605096 w 12192000"/>
              <a:gd name="connsiteY51" fmla="*/ 3657917 h 6858000"/>
              <a:gd name="connsiteX52" fmla="*/ 5615384 w 12192000"/>
              <a:gd name="connsiteY52" fmla="*/ 3701627 h 6858000"/>
              <a:gd name="connsiteX53" fmla="*/ 5608886 w 12192000"/>
              <a:gd name="connsiteY53" fmla="*/ 3739645 h 6858000"/>
              <a:gd name="connsiteX54" fmla="*/ 5606359 w 12192000"/>
              <a:gd name="connsiteY54" fmla="*/ 3822284 h 6858000"/>
              <a:gd name="connsiteX55" fmla="*/ 5607984 w 12192000"/>
              <a:gd name="connsiteY55" fmla="*/ 3835716 h 6858000"/>
              <a:gd name="connsiteX56" fmla="*/ 5568822 w 12192000"/>
              <a:gd name="connsiteY56" fmla="*/ 3844366 h 6858000"/>
              <a:gd name="connsiteX57" fmla="*/ 5802171 w 12192000"/>
              <a:gd name="connsiteY57" fmla="*/ 4016244 h 6858000"/>
              <a:gd name="connsiteX58" fmla="*/ 5646244 w 12192000"/>
              <a:gd name="connsiteY58" fmla="*/ 3972534 h 6858000"/>
              <a:gd name="connsiteX59" fmla="*/ 5625129 w 12192000"/>
              <a:gd name="connsiteY59" fmla="*/ 4044701 h 6858000"/>
              <a:gd name="connsiteX60" fmla="*/ 5698400 w 12192000"/>
              <a:gd name="connsiteY60" fmla="*/ 4108899 h 6858000"/>
              <a:gd name="connsiteX61" fmla="*/ 5725470 w 12192000"/>
              <a:gd name="connsiteY61" fmla="*/ 4235930 h 6858000"/>
              <a:gd name="connsiteX62" fmla="*/ 5712295 w 12192000"/>
              <a:gd name="connsiteY62" fmla="*/ 4352032 h 6858000"/>
              <a:gd name="connsiteX63" fmla="*/ 5680894 w 12192000"/>
              <a:gd name="connsiteY63" fmla="*/ 4388911 h 6858000"/>
              <a:gd name="connsiteX64" fmla="*/ 5635415 w 12192000"/>
              <a:gd name="connsiteY64" fmla="*/ 4455158 h 6858000"/>
              <a:gd name="connsiteX65" fmla="*/ 5607263 w 12192000"/>
              <a:gd name="connsiteY65" fmla="*/ 4496136 h 6858000"/>
              <a:gd name="connsiteX66" fmla="*/ 5509446 w 12192000"/>
              <a:gd name="connsiteY66" fmla="*/ 4480201 h 6858000"/>
              <a:gd name="connsiteX67" fmla="*/ 5639928 w 12192000"/>
              <a:gd name="connsiteY67" fmla="*/ 4584239 h 6858000"/>
              <a:gd name="connsiteX68" fmla="*/ 5534171 w 12192000"/>
              <a:gd name="connsiteY68" fmla="*/ 4571262 h 6858000"/>
              <a:gd name="connsiteX69" fmla="*/ 5499701 w 12192000"/>
              <a:gd name="connsiteY69" fmla="*/ 4578547 h 6858000"/>
              <a:gd name="connsiteX70" fmla="*/ 5519373 w 12192000"/>
              <a:gd name="connsiteY70" fmla="*/ 4612239 h 6858000"/>
              <a:gd name="connsiteX71" fmla="*/ 5596974 w 12192000"/>
              <a:gd name="connsiteY71" fmla="*/ 4669379 h 6858000"/>
              <a:gd name="connsiteX72" fmla="*/ 5756873 w 12192000"/>
              <a:gd name="connsiteY72" fmla="*/ 4824185 h 6858000"/>
              <a:gd name="connsiteX73" fmla="*/ 5602028 w 12192000"/>
              <a:gd name="connsiteY73" fmla="*/ 4753158 h 6858000"/>
              <a:gd name="connsiteX74" fmla="*/ 5765173 w 12192000"/>
              <a:gd name="connsiteY74" fmla="*/ 4912286 h 6858000"/>
              <a:gd name="connsiteX75" fmla="*/ 5801450 w 12192000"/>
              <a:gd name="connsiteY75" fmla="*/ 4965101 h 6858000"/>
              <a:gd name="connsiteX76" fmla="*/ 5874721 w 12192000"/>
              <a:gd name="connsiteY76" fmla="*/ 5096229 h 6858000"/>
              <a:gd name="connsiteX77" fmla="*/ 5871110 w 12192000"/>
              <a:gd name="connsiteY77" fmla="*/ 5111026 h 6858000"/>
              <a:gd name="connsiteX78" fmla="*/ 5786469 w 12192000"/>
              <a:gd name="connsiteY78" fmla="*/ 5089855 h 6858000"/>
              <a:gd name="connsiteX79" fmla="*/ 5896196 w 12192000"/>
              <a:gd name="connsiteY79" fmla="*/ 5200041 h 6858000"/>
              <a:gd name="connsiteX80" fmla="*/ 6009534 w 12192000"/>
              <a:gd name="connsiteY80" fmla="*/ 5284725 h 6858000"/>
              <a:gd name="connsiteX81" fmla="*/ 5929042 w 12192000"/>
              <a:gd name="connsiteY81" fmla="*/ 5271751 h 6858000"/>
              <a:gd name="connsiteX82" fmla="*/ 5818413 w 12192000"/>
              <a:gd name="connsiteY82" fmla="*/ 5223260 h 6858000"/>
              <a:gd name="connsiteX83" fmla="*/ 5779973 w 12192000"/>
              <a:gd name="connsiteY83" fmla="*/ 5241473 h 6858000"/>
              <a:gd name="connsiteX84" fmla="*/ 5884826 w 12192000"/>
              <a:gd name="connsiteY84" fmla="*/ 5321606 h 6858000"/>
              <a:gd name="connsiteX85" fmla="*/ 5944924 w 12192000"/>
              <a:gd name="connsiteY85" fmla="*/ 5358715 h 6858000"/>
              <a:gd name="connsiteX86" fmla="*/ 5968926 w 12192000"/>
              <a:gd name="connsiteY86" fmla="*/ 5387170 h 6858000"/>
              <a:gd name="connsiteX87" fmla="*/ 6037505 w 12192000"/>
              <a:gd name="connsiteY87" fmla="*/ 5488704 h 6858000"/>
              <a:gd name="connsiteX88" fmla="*/ 6238910 w 12192000"/>
              <a:gd name="connsiteY88" fmla="*/ 5599571 h 6858000"/>
              <a:gd name="connsiteX89" fmla="*/ 6427321 w 12192000"/>
              <a:gd name="connsiteY89" fmla="*/ 5737302 h 6858000"/>
              <a:gd name="connsiteX90" fmla="*/ 6574408 w 12192000"/>
              <a:gd name="connsiteY90" fmla="*/ 5823126 h 6858000"/>
              <a:gd name="connsiteX91" fmla="*/ 6946177 w 12192000"/>
              <a:gd name="connsiteY91" fmla="*/ 5933538 h 6858000"/>
              <a:gd name="connsiteX92" fmla="*/ 8356197 w 12192000"/>
              <a:gd name="connsiteY92" fmla="*/ 5184561 h 6858000"/>
              <a:gd name="connsiteX93" fmla="*/ 8374063 w 12192000"/>
              <a:gd name="connsiteY93" fmla="*/ 5162249 h 6858000"/>
              <a:gd name="connsiteX94" fmla="*/ 8442461 w 12192000"/>
              <a:gd name="connsiteY94" fmla="*/ 5078246 h 6858000"/>
              <a:gd name="connsiteX95" fmla="*/ 8500574 w 12192000"/>
              <a:gd name="connsiteY95" fmla="*/ 5002664 h 6858000"/>
              <a:gd name="connsiteX96" fmla="*/ 8470255 w 12192000"/>
              <a:gd name="connsiteY96" fmla="*/ 4977167 h 6858000"/>
              <a:gd name="connsiteX97" fmla="*/ 8511222 w 12192000"/>
              <a:gd name="connsiteY97" fmla="*/ 4905001 h 6858000"/>
              <a:gd name="connsiteX98" fmla="*/ 8641522 w 12192000"/>
              <a:gd name="connsiteY98" fmla="*/ 4682584 h 6858000"/>
              <a:gd name="connsiteX99" fmla="*/ 8698730 w 12192000"/>
              <a:gd name="connsiteY99" fmla="*/ 4633640 h 6858000"/>
              <a:gd name="connsiteX100" fmla="*/ 8768393 w 12192000"/>
              <a:gd name="connsiteY100" fmla="*/ 4510479 h 6858000"/>
              <a:gd name="connsiteX101" fmla="*/ 8778319 w 12192000"/>
              <a:gd name="connsiteY101" fmla="*/ 4482024 h 6858000"/>
              <a:gd name="connsiteX102" fmla="*/ 8764062 w 12192000"/>
              <a:gd name="connsiteY102" fmla="*/ 4445824 h 6858000"/>
              <a:gd name="connsiteX103" fmla="*/ 8753414 w 12192000"/>
              <a:gd name="connsiteY103" fmla="*/ 4409400 h 6858000"/>
              <a:gd name="connsiteX104" fmla="*/ 8767310 w 12192000"/>
              <a:gd name="connsiteY104" fmla="*/ 4398700 h 6858000"/>
              <a:gd name="connsiteX105" fmla="*/ 8856643 w 12192000"/>
              <a:gd name="connsiteY105" fmla="*/ 4380261 h 6858000"/>
              <a:gd name="connsiteX106" fmla="*/ 8804848 w 12192000"/>
              <a:gd name="connsiteY106" fmla="*/ 4311055 h 6858000"/>
              <a:gd name="connsiteX107" fmla="*/ 8713530 w 12192000"/>
              <a:gd name="connsiteY107" fmla="*/ 4207927 h 6858000"/>
              <a:gd name="connsiteX108" fmla="*/ 8672022 w 12192000"/>
              <a:gd name="connsiteY108" fmla="*/ 4134623 h 6858000"/>
              <a:gd name="connsiteX109" fmla="*/ 8667148 w 12192000"/>
              <a:gd name="connsiteY109" fmla="*/ 4069059 h 6858000"/>
              <a:gd name="connsiteX110" fmla="*/ 8585575 w 12192000"/>
              <a:gd name="connsiteY110" fmla="*/ 4030359 h 6858000"/>
              <a:gd name="connsiteX111" fmla="*/ 8662275 w 12192000"/>
              <a:gd name="connsiteY111" fmla="*/ 3891717 h 6858000"/>
              <a:gd name="connsiteX112" fmla="*/ 8670037 w 12192000"/>
              <a:gd name="connsiteY112" fmla="*/ 3863033 h 6858000"/>
              <a:gd name="connsiteX113" fmla="*/ 8624017 w 12192000"/>
              <a:gd name="connsiteY113" fmla="*/ 3760362 h 6858000"/>
              <a:gd name="connsiteX114" fmla="*/ 8616436 w 12192000"/>
              <a:gd name="connsiteY114" fmla="*/ 3743970 h 6858000"/>
              <a:gd name="connsiteX115" fmla="*/ 8599473 w 12192000"/>
              <a:gd name="connsiteY115" fmla="*/ 3711188 h 6858000"/>
              <a:gd name="connsiteX116" fmla="*/ 8550745 w 12192000"/>
              <a:gd name="connsiteY116" fmla="*/ 3703220 h 6858000"/>
              <a:gd name="connsiteX117" fmla="*/ 8576010 w 12192000"/>
              <a:gd name="connsiteY117" fmla="*/ 3680000 h 6858000"/>
              <a:gd name="connsiteX118" fmla="*/ 8625100 w 12192000"/>
              <a:gd name="connsiteY118" fmla="*/ 3601459 h 6858000"/>
              <a:gd name="connsiteX119" fmla="*/ 8592433 w 12192000"/>
              <a:gd name="connsiteY119" fmla="*/ 3526333 h 6858000"/>
              <a:gd name="connsiteX120" fmla="*/ 8590269 w 12192000"/>
              <a:gd name="connsiteY120" fmla="*/ 3484900 h 6858000"/>
              <a:gd name="connsiteX121" fmla="*/ 8645312 w 12192000"/>
              <a:gd name="connsiteY121" fmla="*/ 3431858 h 6858000"/>
              <a:gd name="connsiteX122" fmla="*/ 8686820 w 12192000"/>
              <a:gd name="connsiteY122" fmla="*/ 3410914 h 6858000"/>
              <a:gd name="connsiteX123" fmla="*/ 8705950 w 12192000"/>
              <a:gd name="connsiteY123" fmla="*/ 3380864 h 6858000"/>
              <a:gd name="connsiteX124" fmla="*/ 8683391 w 12192000"/>
              <a:gd name="connsiteY124" fmla="*/ 3355822 h 6858000"/>
              <a:gd name="connsiteX125" fmla="*/ 8583229 w 12192000"/>
              <a:gd name="connsiteY125" fmla="*/ 3296177 h 6858000"/>
              <a:gd name="connsiteX126" fmla="*/ 8637190 w 12192000"/>
              <a:gd name="connsiteY126" fmla="*/ 3246320 h 6858000"/>
              <a:gd name="connsiteX127" fmla="*/ 8355114 w 12192000"/>
              <a:gd name="connsiteY127" fmla="*/ 3011154 h 6858000"/>
              <a:gd name="connsiteX128" fmla="*/ 8321004 w 12192000"/>
              <a:gd name="connsiteY128" fmla="*/ 2975186 h 6858000"/>
              <a:gd name="connsiteX129" fmla="*/ 8139993 w 12192000"/>
              <a:gd name="connsiteY129" fmla="*/ 2887993 h 6858000"/>
              <a:gd name="connsiteX130" fmla="*/ 7953747 w 12192000"/>
              <a:gd name="connsiteY130" fmla="*/ 2826301 h 6858000"/>
              <a:gd name="connsiteX131" fmla="*/ 8083145 w 12192000"/>
              <a:gd name="connsiteY131" fmla="*/ 2696083 h 6858000"/>
              <a:gd name="connsiteX132" fmla="*/ 7885529 w 12192000"/>
              <a:gd name="connsiteY132" fmla="*/ 2665804 h 6858000"/>
              <a:gd name="connsiteX133" fmla="*/ 7866219 w 12192000"/>
              <a:gd name="connsiteY133" fmla="*/ 2666715 h 6858000"/>
              <a:gd name="connsiteX134" fmla="*/ 7478205 w 12192000"/>
              <a:gd name="connsiteY134" fmla="*/ 2646681 h 6858000"/>
              <a:gd name="connsiteX135" fmla="*/ 6921993 w 12192000"/>
              <a:gd name="connsiteY135" fmla="*/ 2580207 h 6858000"/>
              <a:gd name="connsiteX136" fmla="*/ 6461612 w 12192000"/>
              <a:gd name="connsiteY136" fmla="*/ 2540368 h 6858000"/>
              <a:gd name="connsiteX137" fmla="*/ 5971453 w 12192000"/>
              <a:gd name="connsiteY137" fmla="*/ 2462965 h 6858000"/>
              <a:gd name="connsiteX138" fmla="*/ 5947992 w 12192000"/>
              <a:gd name="connsiteY138" fmla="*/ 2457985 h 6858000"/>
              <a:gd name="connsiteX139" fmla="*/ 0 w 12192000"/>
              <a:gd name="connsiteY139" fmla="*/ 0 h 6858000"/>
              <a:gd name="connsiteX140" fmla="*/ 8078332 w 12192000"/>
              <a:gd name="connsiteY140" fmla="*/ 0 h 6858000"/>
              <a:gd name="connsiteX141" fmla="*/ 8051806 w 12192000"/>
              <a:gd name="connsiteY141" fmla="*/ 19899 h 6858000"/>
              <a:gd name="connsiteX142" fmla="*/ 7919411 w 12192000"/>
              <a:gd name="connsiteY142" fmla="*/ 69998 h 6858000"/>
              <a:gd name="connsiteX143" fmla="*/ 7880558 w 12192000"/>
              <a:gd name="connsiteY143" fmla="*/ 103665 h 6858000"/>
              <a:gd name="connsiteX144" fmla="*/ 7913505 w 12192000"/>
              <a:gd name="connsiteY144" fmla="*/ 144066 h 6858000"/>
              <a:gd name="connsiteX145" fmla="*/ 7984993 w 12192000"/>
              <a:gd name="connsiteY145" fmla="*/ 172224 h 6858000"/>
              <a:gd name="connsiteX146" fmla="*/ 8079793 w 12192000"/>
              <a:gd name="connsiteY146" fmla="*/ 243535 h 6858000"/>
              <a:gd name="connsiteX147" fmla="*/ 8076065 w 12192000"/>
              <a:gd name="connsiteY147" fmla="*/ 299239 h 6858000"/>
              <a:gd name="connsiteX148" fmla="*/ 8019804 w 12192000"/>
              <a:gd name="connsiteY148" fmla="*/ 400240 h 6858000"/>
              <a:gd name="connsiteX149" fmla="*/ 8104349 w 12192000"/>
              <a:gd name="connsiteY149" fmla="*/ 505833 h 6858000"/>
              <a:gd name="connsiteX150" fmla="*/ 8147864 w 12192000"/>
              <a:gd name="connsiteY150" fmla="*/ 537052 h 6858000"/>
              <a:gd name="connsiteX151" fmla="*/ 8063941 w 12192000"/>
              <a:gd name="connsiteY151" fmla="*/ 547764 h 6858000"/>
              <a:gd name="connsiteX152" fmla="*/ 8034725 w 12192000"/>
              <a:gd name="connsiteY152" fmla="*/ 591836 h 6858000"/>
              <a:gd name="connsiteX153" fmla="*/ 8021669 w 12192000"/>
              <a:gd name="connsiteY153" fmla="*/ 613874 h 6858000"/>
              <a:gd name="connsiteX154" fmla="*/ 7942410 w 12192000"/>
              <a:gd name="connsiteY154" fmla="*/ 751909 h 6858000"/>
              <a:gd name="connsiteX155" fmla="*/ 7955778 w 12192000"/>
              <a:gd name="connsiteY155" fmla="*/ 790472 h 6858000"/>
              <a:gd name="connsiteX156" fmla="*/ 8087876 w 12192000"/>
              <a:gd name="connsiteY156" fmla="*/ 976867 h 6858000"/>
              <a:gd name="connsiteX157" fmla="*/ 7947386 w 12192000"/>
              <a:gd name="connsiteY157" fmla="*/ 1028897 h 6858000"/>
              <a:gd name="connsiteX158" fmla="*/ 7938992 w 12192000"/>
              <a:gd name="connsiteY158" fmla="*/ 1117042 h 6858000"/>
              <a:gd name="connsiteX159" fmla="*/ 7867503 w 12192000"/>
              <a:gd name="connsiteY159" fmla="*/ 1215596 h 6858000"/>
              <a:gd name="connsiteX160" fmla="*/ 7710229 w 12192000"/>
              <a:gd name="connsiteY160" fmla="*/ 1354244 h 6858000"/>
              <a:gd name="connsiteX161" fmla="*/ 7621024 w 12192000"/>
              <a:gd name="connsiteY161" fmla="*/ 1447286 h 6858000"/>
              <a:gd name="connsiteX162" fmla="*/ 7774880 w 12192000"/>
              <a:gd name="connsiteY162" fmla="*/ 1472076 h 6858000"/>
              <a:gd name="connsiteX163" fmla="*/ 7798812 w 12192000"/>
              <a:gd name="connsiteY163" fmla="*/ 1486462 h 6858000"/>
              <a:gd name="connsiteX164" fmla="*/ 7780474 w 12192000"/>
              <a:gd name="connsiteY164" fmla="*/ 1535432 h 6858000"/>
              <a:gd name="connsiteX165" fmla="*/ 7755919 w 12192000"/>
              <a:gd name="connsiteY165" fmla="*/ 1584099 h 6858000"/>
              <a:gd name="connsiteX166" fmla="*/ 7773014 w 12192000"/>
              <a:gd name="connsiteY166" fmla="*/ 1622355 h 6858000"/>
              <a:gd name="connsiteX167" fmla="*/ 7892993 w 12192000"/>
              <a:gd name="connsiteY167" fmla="*/ 1787937 h 6858000"/>
              <a:gd name="connsiteX168" fmla="*/ 7991521 w 12192000"/>
              <a:gd name="connsiteY168" fmla="*/ 1853739 h 6858000"/>
              <a:gd name="connsiteX169" fmla="*/ 8215932 w 12192000"/>
              <a:gd name="connsiteY169" fmla="*/ 2152764 h 6858000"/>
              <a:gd name="connsiteX170" fmla="*/ 8286489 w 12192000"/>
              <a:gd name="connsiteY170" fmla="*/ 2249786 h 6858000"/>
              <a:gd name="connsiteX171" fmla="*/ 8234270 w 12192000"/>
              <a:gd name="connsiteY171" fmla="*/ 2284064 h 6858000"/>
              <a:gd name="connsiteX172" fmla="*/ 8334357 w 12192000"/>
              <a:gd name="connsiteY172" fmla="*/ 2385679 h 6858000"/>
              <a:gd name="connsiteX173" fmla="*/ 8452157 w 12192000"/>
              <a:gd name="connsiteY173" fmla="*/ 2498616 h 6858000"/>
              <a:gd name="connsiteX174" fmla="*/ 8482927 w 12192000"/>
              <a:gd name="connsiteY174" fmla="*/ 2528612 h 6858000"/>
              <a:gd name="connsiteX175" fmla="*/ 10911361 w 12192000"/>
              <a:gd name="connsiteY175" fmla="*/ 3535561 h 6858000"/>
              <a:gd name="connsiteX176" fmla="*/ 11551649 w 12192000"/>
              <a:gd name="connsiteY176" fmla="*/ 3387120 h 6858000"/>
              <a:gd name="connsiteX177" fmla="*/ 11804971 w 12192000"/>
              <a:gd name="connsiteY177" fmla="*/ 3271735 h 6858000"/>
              <a:gd name="connsiteX178" fmla="*/ 12129465 w 12192000"/>
              <a:gd name="connsiteY178" fmla="*/ 3086565 h 6858000"/>
              <a:gd name="connsiteX179" fmla="*/ 12192000 w 12192000"/>
              <a:gd name="connsiteY179" fmla="*/ 3060706 h 6858000"/>
              <a:gd name="connsiteX180" fmla="*/ 12192000 w 12192000"/>
              <a:gd name="connsiteY180" fmla="*/ 3766004 h 6858000"/>
              <a:gd name="connsiteX181" fmla="*/ 12069511 w 12192000"/>
              <a:gd name="connsiteY181" fmla="*/ 3730912 h 6858000"/>
              <a:gd name="connsiteX182" fmla="*/ 11743305 w 12192000"/>
              <a:gd name="connsiteY182" fmla="*/ 3682401 h 6858000"/>
              <a:gd name="connsiteX183" fmla="*/ 11692833 w 12192000"/>
              <a:gd name="connsiteY183" fmla="*/ 3681484 h 6858000"/>
              <a:gd name="connsiteX184" fmla="*/ 9314871 w 12192000"/>
              <a:gd name="connsiteY184" fmla="*/ 4689350 h 6858000"/>
              <a:gd name="connsiteX185" fmla="*/ 9284101 w 12192000"/>
              <a:gd name="connsiteY185" fmla="*/ 4719346 h 6858000"/>
              <a:gd name="connsiteX186" fmla="*/ 9166300 w 12192000"/>
              <a:gd name="connsiteY186" fmla="*/ 4832283 h 6858000"/>
              <a:gd name="connsiteX187" fmla="*/ 9066214 w 12192000"/>
              <a:gd name="connsiteY187" fmla="*/ 4933898 h 6858000"/>
              <a:gd name="connsiteX188" fmla="*/ 9118433 w 12192000"/>
              <a:gd name="connsiteY188" fmla="*/ 4968176 h 6858000"/>
              <a:gd name="connsiteX189" fmla="*/ 9047876 w 12192000"/>
              <a:gd name="connsiteY189" fmla="*/ 5065198 h 6858000"/>
              <a:gd name="connsiteX190" fmla="*/ 8823465 w 12192000"/>
              <a:gd name="connsiteY190" fmla="*/ 5364223 h 6858000"/>
              <a:gd name="connsiteX191" fmla="*/ 8724937 w 12192000"/>
              <a:gd name="connsiteY191" fmla="*/ 5430025 h 6858000"/>
              <a:gd name="connsiteX192" fmla="*/ 8604958 w 12192000"/>
              <a:gd name="connsiteY192" fmla="*/ 5595607 h 6858000"/>
              <a:gd name="connsiteX193" fmla="*/ 8587863 w 12192000"/>
              <a:gd name="connsiteY193" fmla="*/ 5633863 h 6858000"/>
              <a:gd name="connsiteX194" fmla="*/ 8612418 w 12192000"/>
              <a:gd name="connsiteY194" fmla="*/ 5682530 h 6858000"/>
              <a:gd name="connsiteX195" fmla="*/ 8630756 w 12192000"/>
              <a:gd name="connsiteY195" fmla="*/ 5731500 h 6858000"/>
              <a:gd name="connsiteX196" fmla="*/ 8606823 w 12192000"/>
              <a:gd name="connsiteY196" fmla="*/ 5745886 h 6858000"/>
              <a:gd name="connsiteX197" fmla="*/ 8452968 w 12192000"/>
              <a:gd name="connsiteY197" fmla="*/ 5770676 h 6858000"/>
              <a:gd name="connsiteX198" fmla="*/ 8542173 w 12192000"/>
              <a:gd name="connsiteY198" fmla="*/ 5863718 h 6858000"/>
              <a:gd name="connsiteX199" fmla="*/ 8699447 w 12192000"/>
              <a:gd name="connsiteY199" fmla="*/ 6002366 h 6858000"/>
              <a:gd name="connsiteX200" fmla="*/ 8770936 w 12192000"/>
              <a:gd name="connsiteY200" fmla="*/ 6100920 h 6858000"/>
              <a:gd name="connsiteX201" fmla="*/ 8779329 w 12192000"/>
              <a:gd name="connsiteY201" fmla="*/ 6189065 h 6858000"/>
              <a:gd name="connsiteX202" fmla="*/ 8919820 w 12192000"/>
              <a:gd name="connsiteY202" fmla="*/ 6241095 h 6858000"/>
              <a:gd name="connsiteX203" fmla="*/ 8787721 w 12192000"/>
              <a:gd name="connsiteY203" fmla="*/ 6427490 h 6858000"/>
              <a:gd name="connsiteX204" fmla="*/ 8774354 w 12192000"/>
              <a:gd name="connsiteY204" fmla="*/ 6466053 h 6858000"/>
              <a:gd name="connsiteX205" fmla="*/ 8853613 w 12192000"/>
              <a:gd name="connsiteY205" fmla="*/ 6604088 h 6858000"/>
              <a:gd name="connsiteX206" fmla="*/ 8866669 w 12192000"/>
              <a:gd name="connsiteY206" fmla="*/ 6626125 h 6858000"/>
              <a:gd name="connsiteX207" fmla="*/ 8895884 w 12192000"/>
              <a:gd name="connsiteY207" fmla="*/ 6670198 h 6858000"/>
              <a:gd name="connsiteX208" fmla="*/ 8979808 w 12192000"/>
              <a:gd name="connsiteY208" fmla="*/ 6680910 h 6858000"/>
              <a:gd name="connsiteX209" fmla="*/ 8936293 w 12192000"/>
              <a:gd name="connsiteY209" fmla="*/ 6712128 h 6858000"/>
              <a:gd name="connsiteX210" fmla="*/ 8851748 w 12192000"/>
              <a:gd name="connsiteY210" fmla="*/ 6817721 h 6858000"/>
              <a:gd name="connsiteX211" fmla="*/ 8854326 w 12192000"/>
              <a:gd name="connsiteY211" fmla="*/ 6858000 h 6858000"/>
              <a:gd name="connsiteX212" fmla="*/ 0 w 12192000"/>
              <a:gd name="connsiteY2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2192000" h="6858000">
                <a:moveTo>
                  <a:pt x="5947992" y="2457985"/>
                </a:moveTo>
                <a:cubicBezTo>
                  <a:pt x="5940097" y="2457729"/>
                  <a:pt x="5932472" y="2460803"/>
                  <a:pt x="5926156" y="2472983"/>
                </a:cubicBezTo>
                <a:cubicBezTo>
                  <a:pt x="5959722" y="2505081"/>
                  <a:pt x="6002495" y="2493015"/>
                  <a:pt x="6047792" y="2529213"/>
                </a:cubicBezTo>
                <a:cubicBezTo>
                  <a:pt x="5974160" y="2517829"/>
                  <a:pt x="5915867" y="2508723"/>
                  <a:pt x="5857576" y="2499619"/>
                </a:cubicBezTo>
                <a:cubicBezTo>
                  <a:pt x="5856491" y="2505992"/>
                  <a:pt x="5855409" y="2512367"/>
                  <a:pt x="5854328" y="2518740"/>
                </a:cubicBezTo>
                <a:cubicBezTo>
                  <a:pt x="5928861" y="2532172"/>
                  <a:pt x="5997802" y="2566775"/>
                  <a:pt x="6070351" y="2591134"/>
                </a:cubicBezTo>
                <a:cubicBezTo>
                  <a:pt x="6063673" y="2606161"/>
                  <a:pt x="6056996" y="2603200"/>
                  <a:pt x="6051040" y="2602290"/>
                </a:cubicBezTo>
                <a:cubicBezTo>
                  <a:pt x="6012239" y="2596370"/>
                  <a:pt x="5973439" y="2590453"/>
                  <a:pt x="5936261" y="2574288"/>
                </a:cubicBezTo>
                <a:cubicBezTo>
                  <a:pt x="5927960" y="2570644"/>
                  <a:pt x="5917853" y="2570644"/>
                  <a:pt x="5913160" y="2581573"/>
                </a:cubicBezTo>
                <a:cubicBezTo>
                  <a:pt x="5906483" y="2597054"/>
                  <a:pt x="5916047" y="2607071"/>
                  <a:pt x="5924531" y="2615492"/>
                </a:cubicBezTo>
                <a:cubicBezTo>
                  <a:pt x="5939329" y="2630063"/>
                  <a:pt x="5957196" y="2625966"/>
                  <a:pt x="5974341" y="2628696"/>
                </a:cubicBezTo>
                <a:cubicBezTo>
                  <a:pt x="6019999" y="2635754"/>
                  <a:pt x="6041837" y="2657837"/>
                  <a:pt x="6051944" y="2708377"/>
                </a:cubicBezTo>
                <a:cubicBezTo>
                  <a:pt x="6011879" y="2687887"/>
                  <a:pt x="5973256" y="2713157"/>
                  <a:pt x="5934457" y="2698814"/>
                </a:cubicBezTo>
                <a:cubicBezTo>
                  <a:pt x="5924351" y="2695173"/>
                  <a:pt x="5908288" y="2700635"/>
                  <a:pt x="5913702" y="2718165"/>
                </a:cubicBezTo>
                <a:cubicBezTo>
                  <a:pt x="5918755" y="2734556"/>
                  <a:pt x="5935540" y="2746393"/>
                  <a:pt x="5905761" y="2743207"/>
                </a:cubicBezTo>
                <a:cubicBezTo>
                  <a:pt x="5884465" y="2740930"/>
                  <a:pt x="5842778" y="2759370"/>
                  <a:pt x="5860282" y="2763923"/>
                </a:cubicBezTo>
                <a:cubicBezTo>
                  <a:pt x="5882300" y="2769615"/>
                  <a:pt x="5903777" y="2777811"/>
                  <a:pt x="5931750" y="2787144"/>
                </a:cubicBezTo>
                <a:cubicBezTo>
                  <a:pt x="5900888" y="2802395"/>
                  <a:pt x="5878690" y="2799208"/>
                  <a:pt x="5855409" y="2787144"/>
                </a:cubicBezTo>
                <a:cubicBezTo>
                  <a:pt x="5827256" y="2772574"/>
                  <a:pt x="5790619" y="2754817"/>
                  <a:pt x="5767701" y="2771209"/>
                </a:cubicBezTo>
                <a:cubicBezTo>
                  <a:pt x="5733410" y="2795794"/>
                  <a:pt x="5704896" y="2780314"/>
                  <a:pt x="5674216" y="2776216"/>
                </a:cubicBezTo>
                <a:cubicBezTo>
                  <a:pt x="5611774" y="2767792"/>
                  <a:pt x="5549872" y="2753678"/>
                  <a:pt x="5487249" y="2746850"/>
                </a:cubicBezTo>
                <a:cubicBezTo>
                  <a:pt x="5462163" y="2744118"/>
                  <a:pt x="5435093" y="2731143"/>
                  <a:pt x="5398276" y="2748898"/>
                </a:cubicBezTo>
                <a:cubicBezTo>
                  <a:pt x="5565032" y="2839732"/>
                  <a:pt x="5744058" y="2834041"/>
                  <a:pt x="5892947" y="2946502"/>
                </a:cubicBezTo>
                <a:cubicBezTo>
                  <a:pt x="5886631" y="2957201"/>
                  <a:pt x="5854508" y="2987707"/>
                  <a:pt x="5867682" y="2989983"/>
                </a:cubicBezTo>
                <a:cubicBezTo>
                  <a:pt x="5904678" y="2996585"/>
                  <a:pt x="5937523" y="3018895"/>
                  <a:pt x="5971273" y="3037335"/>
                </a:cubicBezTo>
                <a:cubicBezTo>
                  <a:pt x="5985891" y="3045302"/>
                  <a:pt x="6003576" y="3055776"/>
                  <a:pt x="5996719" y="3084231"/>
                </a:cubicBezTo>
                <a:cubicBezTo>
                  <a:pt x="5984267" y="3092199"/>
                  <a:pt x="5975063" y="3081044"/>
                  <a:pt x="5964776" y="3080134"/>
                </a:cubicBezTo>
                <a:cubicBezTo>
                  <a:pt x="5954308" y="3079224"/>
                  <a:pt x="5930847" y="3085141"/>
                  <a:pt x="5937344" y="3089012"/>
                </a:cubicBezTo>
                <a:cubicBezTo>
                  <a:pt x="5966942" y="3106542"/>
                  <a:pt x="5913702" y="3148657"/>
                  <a:pt x="5948713" y="3148657"/>
                </a:cubicBezTo>
                <a:cubicBezTo>
                  <a:pt x="6007366" y="3148884"/>
                  <a:pt x="6038588" y="3223555"/>
                  <a:pt x="6095075" y="3225605"/>
                </a:cubicBezTo>
                <a:cubicBezTo>
                  <a:pt x="6104098" y="3225831"/>
                  <a:pt x="6108430" y="3239035"/>
                  <a:pt x="6108249" y="3250646"/>
                </a:cubicBezTo>
                <a:cubicBezTo>
                  <a:pt x="6108249" y="3264533"/>
                  <a:pt x="6099948" y="3267037"/>
                  <a:pt x="6090744" y="3268403"/>
                </a:cubicBezTo>
                <a:cubicBezTo>
                  <a:pt x="6076667" y="3270451"/>
                  <a:pt x="6062049" y="3250646"/>
                  <a:pt x="6043461" y="3277509"/>
                </a:cubicBezTo>
                <a:cubicBezTo>
                  <a:pt x="6076847" y="3293216"/>
                  <a:pt x="6110234" y="3308925"/>
                  <a:pt x="6109692" y="3362879"/>
                </a:cubicBezTo>
                <a:cubicBezTo>
                  <a:pt x="6109513" y="3377448"/>
                  <a:pt x="6123409" y="3382912"/>
                  <a:pt x="6133877" y="3386554"/>
                </a:cubicBezTo>
                <a:cubicBezTo>
                  <a:pt x="6151202" y="3392474"/>
                  <a:pt x="6165818" y="3402946"/>
                  <a:pt x="6175205" y="3423208"/>
                </a:cubicBezTo>
                <a:cubicBezTo>
                  <a:pt x="6175023" y="3427077"/>
                  <a:pt x="6174842" y="3431175"/>
                  <a:pt x="6175926" y="3434363"/>
                </a:cubicBezTo>
                <a:cubicBezTo>
                  <a:pt x="6172859" y="3483307"/>
                  <a:pt x="6147593" y="3481940"/>
                  <a:pt x="6119620" y="3473747"/>
                </a:cubicBezTo>
                <a:cubicBezTo>
                  <a:pt x="6086232" y="3463729"/>
                  <a:pt x="6053206" y="3445516"/>
                  <a:pt x="6018015" y="3463046"/>
                </a:cubicBezTo>
                <a:cubicBezTo>
                  <a:pt x="6067646" y="3486494"/>
                  <a:pt x="6121605" y="3488316"/>
                  <a:pt x="6168166" y="3521781"/>
                </a:cubicBezTo>
                <a:cubicBezTo>
                  <a:pt x="5997802" y="3527928"/>
                  <a:pt x="5847289" y="3422296"/>
                  <a:pt x="5682157" y="3381775"/>
                </a:cubicBezTo>
                <a:cubicBezTo>
                  <a:pt x="5687753" y="3408864"/>
                  <a:pt x="5701106" y="3414328"/>
                  <a:pt x="5713198" y="3418426"/>
                </a:cubicBezTo>
                <a:cubicBezTo>
                  <a:pt x="5774197" y="3438916"/>
                  <a:pt x="5827616" y="3479666"/>
                  <a:pt x="5883202" y="3514950"/>
                </a:cubicBezTo>
                <a:cubicBezTo>
                  <a:pt x="5906121" y="3529520"/>
                  <a:pt x="5922726" y="3544092"/>
                  <a:pt x="5931387" y="3575508"/>
                </a:cubicBezTo>
                <a:cubicBezTo>
                  <a:pt x="5939149" y="3603965"/>
                  <a:pt x="5954128" y="3617168"/>
                  <a:pt x="5981919" y="3608971"/>
                </a:cubicBezTo>
                <a:cubicBezTo>
                  <a:pt x="6004478" y="3602142"/>
                  <a:pt x="6029202" y="3605784"/>
                  <a:pt x="6052845" y="3608290"/>
                </a:cubicBezTo>
                <a:cubicBezTo>
                  <a:pt x="6080096" y="3611021"/>
                  <a:pt x="6110596" y="3643120"/>
                  <a:pt x="6103196" y="3659739"/>
                </a:cubicBezTo>
                <a:cubicBezTo>
                  <a:pt x="6090564" y="3687968"/>
                  <a:pt x="6069448" y="3673853"/>
                  <a:pt x="6050680" y="3670666"/>
                </a:cubicBezTo>
                <a:cubicBezTo>
                  <a:pt x="6029383" y="3666796"/>
                  <a:pt x="5989861" y="3658828"/>
                  <a:pt x="5989139" y="3662243"/>
                </a:cubicBezTo>
                <a:cubicBezTo>
                  <a:pt x="5975242" y="3733043"/>
                  <a:pt x="5877426" y="3671351"/>
                  <a:pt x="5856311" y="3664973"/>
                </a:cubicBezTo>
                <a:cubicBezTo>
                  <a:pt x="5829964" y="3657007"/>
                  <a:pt x="5805239" y="3671577"/>
                  <a:pt x="5780153" y="3674991"/>
                </a:cubicBezTo>
                <a:cubicBezTo>
                  <a:pt x="5757776" y="3678178"/>
                  <a:pt x="5631264" y="3687968"/>
                  <a:pt x="5605096" y="3657917"/>
                </a:cubicBezTo>
                <a:cubicBezTo>
                  <a:pt x="5601487" y="3681365"/>
                  <a:pt x="5609066" y="3690927"/>
                  <a:pt x="5615384" y="3701627"/>
                </a:cubicBezTo>
                <a:cubicBezTo>
                  <a:pt x="5624226" y="3716879"/>
                  <a:pt x="5625670" y="3727579"/>
                  <a:pt x="5608886" y="3739645"/>
                </a:cubicBezTo>
                <a:cubicBezTo>
                  <a:pt x="5561061" y="3774249"/>
                  <a:pt x="5561784" y="3775386"/>
                  <a:pt x="5606359" y="3822284"/>
                </a:cubicBezTo>
                <a:cubicBezTo>
                  <a:pt x="5608526" y="3824332"/>
                  <a:pt x="5607622" y="3831162"/>
                  <a:pt x="5607984" y="3835716"/>
                </a:cubicBezTo>
                <a:cubicBezTo>
                  <a:pt x="5596254" y="3843000"/>
                  <a:pt x="5582537" y="3824787"/>
                  <a:pt x="5568822" y="3844366"/>
                </a:cubicBezTo>
                <a:cubicBezTo>
                  <a:pt x="5628557" y="3930418"/>
                  <a:pt x="5719696" y="3951589"/>
                  <a:pt x="5802171" y="4016244"/>
                </a:cubicBezTo>
                <a:cubicBezTo>
                  <a:pt x="5735397" y="4037643"/>
                  <a:pt x="5695332" y="3962973"/>
                  <a:pt x="5646244" y="3972534"/>
                </a:cubicBezTo>
                <a:cubicBezTo>
                  <a:pt x="5621699" y="3995983"/>
                  <a:pt x="5694611" y="4033546"/>
                  <a:pt x="5625129" y="4044701"/>
                </a:cubicBezTo>
                <a:cubicBezTo>
                  <a:pt x="5655268" y="4065189"/>
                  <a:pt x="5677646" y="4085221"/>
                  <a:pt x="5698400" y="4108899"/>
                </a:cubicBezTo>
                <a:cubicBezTo>
                  <a:pt x="5735397" y="4151242"/>
                  <a:pt x="5742615" y="4179015"/>
                  <a:pt x="5725470" y="4235930"/>
                </a:cubicBezTo>
                <a:cubicBezTo>
                  <a:pt x="5714280" y="4273265"/>
                  <a:pt x="5697858" y="4307641"/>
                  <a:pt x="5712295" y="4352032"/>
                </a:cubicBezTo>
                <a:cubicBezTo>
                  <a:pt x="5722402" y="4382538"/>
                  <a:pt x="5718431" y="4402571"/>
                  <a:pt x="5680894" y="4388911"/>
                </a:cubicBezTo>
                <a:cubicBezTo>
                  <a:pt x="5640469" y="4374341"/>
                  <a:pt x="5625311" y="4401660"/>
                  <a:pt x="5635415" y="4455158"/>
                </a:cubicBezTo>
                <a:cubicBezTo>
                  <a:pt x="5641912" y="4489535"/>
                  <a:pt x="5635053" y="4500006"/>
                  <a:pt x="5607263" y="4496136"/>
                </a:cubicBezTo>
                <a:cubicBezTo>
                  <a:pt x="5576581" y="4491811"/>
                  <a:pt x="5547347" y="4469272"/>
                  <a:pt x="5509446" y="4480201"/>
                </a:cubicBezTo>
                <a:cubicBezTo>
                  <a:pt x="5539765" y="4542578"/>
                  <a:pt x="5604556" y="4524821"/>
                  <a:pt x="5639928" y="4584239"/>
                </a:cubicBezTo>
                <a:cubicBezTo>
                  <a:pt x="5597697" y="4584465"/>
                  <a:pt x="5565392" y="4584239"/>
                  <a:pt x="5534171" y="4571262"/>
                </a:cubicBezTo>
                <a:cubicBezTo>
                  <a:pt x="5521177" y="4566025"/>
                  <a:pt x="5506919" y="4560563"/>
                  <a:pt x="5499701" y="4578547"/>
                </a:cubicBezTo>
                <a:cubicBezTo>
                  <a:pt x="5491219" y="4600174"/>
                  <a:pt x="5508725" y="4608370"/>
                  <a:pt x="5519373" y="4612239"/>
                </a:cubicBezTo>
                <a:cubicBezTo>
                  <a:pt x="5549331" y="4623167"/>
                  <a:pt x="5572251" y="4649119"/>
                  <a:pt x="5596974" y="4669379"/>
                </a:cubicBezTo>
                <a:cubicBezTo>
                  <a:pt x="5651296" y="4713773"/>
                  <a:pt x="5710854" y="4750880"/>
                  <a:pt x="5756873" y="4824185"/>
                </a:cubicBezTo>
                <a:cubicBezTo>
                  <a:pt x="5698941" y="4805517"/>
                  <a:pt x="5655808" y="4762036"/>
                  <a:pt x="5602028" y="4753158"/>
                </a:cubicBezTo>
                <a:cubicBezTo>
                  <a:pt x="5648590" y="4819860"/>
                  <a:pt x="5708506" y="4863796"/>
                  <a:pt x="5765173" y="4912286"/>
                </a:cubicBezTo>
                <a:cubicBezTo>
                  <a:pt x="5781416" y="4925946"/>
                  <a:pt x="5797839" y="4935280"/>
                  <a:pt x="5801450" y="4965101"/>
                </a:cubicBezTo>
                <a:cubicBezTo>
                  <a:pt x="5808487" y="5022926"/>
                  <a:pt x="5829602" y="5070733"/>
                  <a:pt x="5874721" y="5096229"/>
                </a:cubicBezTo>
                <a:cubicBezTo>
                  <a:pt x="5875080" y="5096458"/>
                  <a:pt x="5872555" y="5105110"/>
                  <a:pt x="5871110" y="5111026"/>
                </a:cubicBezTo>
                <a:cubicBezTo>
                  <a:pt x="5843499" y="5112849"/>
                  <a:pt x="5821663" y="5078700"/>
                  <a:pt x="5786469" y="5089855"/>
                </a:cubicBezTo>
                <a:cubicBezTo>
                  <a:pt x="5820218" y="5136296"/>
                  <a:pt x="5848372" y="5177958"/>
                  <a:pt x="5896196" y="5200041"/>
                </a:cubicBezTo>
                <a:cubicBezTo>
                  <a:pt x="5934457" y="5217568"/>
                  <a:pt x="5981739" y="5227813"/>
                  <a:pt x="6009534" y="5284725"/>
                </a:cubicBezTo>
                <a:cubicBezTo>
                  <a:pt x="5977228" y="5295882"/>
                  <a:pt x="5953224" y="5281769"/>
                  <a:pt x="5929042" y="5271751"/>
                </a:cubicBezTo>
                <a:cubicBezTo>
                  <a:pt x="5892045" y="5256270"/>
                  <a:pt x="5855409" y="5238742"/>
                  <a:pt x="5818413" y="5223260"/>
                </a:cubicBezTo>
                <a:cubicBezTo>
                  <a:pt x="5804336" y="5217341"/>
                  <a:pt x="5788996" y="5213242"/>
                  <a:pt x="5779973" y="5241473"/>
                </a:cubicBezTo>
                <a:cubicBezTo>
                  <a:pt x="5827077" y="5247392"/>
                  <a:pt x="5855230" y="5285637"/>
                  <a:pt x="5884826" y="5321606"/>
                </a:cubicBezTo>
                <a:cubicBezTo>
                  <a:pt x="5901430" y="5341868"/>
                  <a:pt x="5914966" y="5368959"/>
                  <a:pt x="5944924" y="5358715"/>
                </a:cubicBezTo>
                <a:cubicBezTo>
                  <a:pt x="5960626" y="5353252"/>
                  <a:pt x="5970550" y="5368502"/>
                  <a:pt x="5968926" y="5387170"/>
                </a:cubicBezTo>
                <a:cubicBezTo>
                  <a:pt x="5962971" y="5452963"/>
                  <a:pt x="5999606" y="5475955"/>
                  <a:pt x="6037505" y="5488704"/>
                </a:cubicBezTo>
                <a:cubicBezTo>
                  <a:pt x="6109333" y="5512608"/>
                  <a:pt x="6169069" y="5568837"/>
                  <a:pt x="6238910" y="5599571"/>
                </a:cubicBezTo>
                <a:cubicBezTo>
                  <a:pt x="6306768" y="5629394"/>
                  <a:pt x="6359285" y="5700193"/>
                  <a:pt x="6427321" y="5737302"/>
                </a:cubicBezTo>
                <a:cubicBezTo>
                  <a:pt x="6476592" y="5764165"/>
                  <a:pt x="6523694" y="5798767"/>
                  <a:pt x="6574408" y="5823126"/>
                </a:cubicBezTo>
                <a:cubicBezTo>
                  <a:pt x="6694419" y="5880723"/>
                  <a:pt x="6816779" y="5926936"/>
                  <a:pt x="6946177" y="5933538"/>
                </a:cubicBezTo>
                <a:cubicBezTo>
                  <a:pt x="7053016" y="5938775"/>
                  <a:pt x="7979734" y="5933767"/>
                  <a:pt x="8356197" y="5184561"/>
                </a:cubicBezTo>
                <a:cubicBezTo>
                  <a:pt x="8363416" y="5180917"/>
                  <a:pt x="8371536" y="5171356"/>
                  <a:pt x="8374063" y="5162249"/>
                </a:cubicBezTo>
                <a:cubicBezTo>
                  <a:pt x="8386155" y="5119678"/>
                  <a:pt x="8415752" y="5101238"/>
                  <a:pt x="8442461" y="5078246"/>
                </a:cubicBezTo>
                <a:cubicBezTo>
                  <a:pt x="8465923" y="5057984"/>
                  <a:pt x="8490829" y="5036813"/>
                  <a:pt x="8500574" y="5002664"/>
                </a:cubicBezTo>
                <a:cubicBezTo>
                  <a:pt x="8513388" y="4957134"/>
                  <a:pt x="8476933" y="4994469"/>
                  <a:pt x="8470255" y="4977167"/>
                </a:cubicBezTo>
                <a:cubicBezTo>
                  <a:pt x="8484151" y="4953492"/>
                  <a:pt x="8505628" y="4931864"/>
                  <a:pt x="8511222" y="4905001"/>
                </a:cubicBezTo>
                <a:cubicBezTo>
                  <a:pt x="8531614" y="4808021"/>
                  <a:pt x="8575650" y="4737448"/>
                  <a:pt x="8641522" y="4682584"/>
                </a:cubicBezTo>
                <a:cubicBezTo>
                  <a:pt x="8660471" y="4666876"/>
                  <a:pt x="8672923" y="4638191"/>
                  <a:pt x="8698730" y="4633640"/>
                </a:cubicBezTo>
                <a:cubicBezTo>
                  <a:pt x="8756120" y="4623622"/>
                  <a:pt x="8738073" y="4545310"/>
                  <a:pt x="8768393" y="4510479"/>
                </a:cubicBezTo>
                <a:cubicBezTo>
                  <a:pt x="8774168" y="4503875"/>
                  <a:pt x="8779401" y="4490901"/>
                  <a:pt x="8778319" y="4482024"/>
                </a:cubicBezTo>
                <a:cubicBezTo>
                  <a:pt x="8776696" y="4469272"/>
                  <a:pt x="8769837" y="4457207"/>
                  <a:pt x="8764062" y="4445824"/>
                </a:cubicBezTo>
                <a:cubicBezTo>
                  <a:pt x="8758106" y="4434442"/>
                  <a:pt x="8749083" y="4424425"/>
                  <a:pt x="8753414" y="4409400"/>
                </a:cubicBezTo>
                <a:cubicBezTo>
                  <a:pt x="8755217" y="4403254"/>
                  <a:pt x="8753956" y="4381855"/>
                  <a:pt x="8767310" y="4398700"/>
                </a:cubicBezTo>
                <a:cubicBezTo>
                  <a:pt x="8803945" y="4444915"/>
                  <a:pt x="8825242" y="4401206"/>
                  <a:pt x="8856643" y="4380261"/>
                </a:cubicBezTo>
                <a:cubicBezTo>
                  <a:pt x="8831377" y="4358633"/>
                  <a:pt x="8808638" y="4343381"/>
                  <a:pt x="8804848" y="4311055"/>
                </a:cubicBezTo>
                <a:cubicBezTo>
                  <a:pt x="8797088" y="4244352"/>
                  <a:pt x="8763883" y="4213847"/>
                  <a:pt x="8713530" y="4207927"/>
                </a:cubicBezTo>
                <a:cubicBezTo>
                  <a:pt x="8732118" y="4143502"/>
                  <a:pt x="8732118" y="4143502"/>
                  <a:pt x="8672022" y="4134623"/>
                </a:cubicBezTo>
                <a:cubicBezTo>
                  <a:pt x="8695122" y="4093646"/>
                  <a:pt x="8695122" y="4083174"/>
                  <a:pt x="8667148" y="4069059"/>
                </a:cubicBezTo>
                <a:cubicBezTo>
                  <a:pt x="8640258" y="4055627"/>
                  <a:pt x="8610481" y="4051074"/>
                  <a:pt x="8585575" y="4030359"/>
                </a:cubicBezTo>
                <a:cubicBezTo>
                  <a:pt x="8608496" y="3977998"/>
                  <a:pt x="8614992" y="3917215"/>
                  <a:pt x="8662275" y="3891717"/>
                </a:cubicBezTo>
                <a:cubicBezTo>
                  <a:pt x="8669675" y="3887847"/>
                  <a:pt x="8674728" y="3872139"/>
                  <a:pt x="8670037" y="3863033"/>
                </a:cubicBezTo>
                <a:cubicBezTo>
                  <a:pt x="8652891" y="3830024"/>
                  <a:pt x="8677435" y="3767419"/>
                  <a:pt x="8624017" y="3760362"/>
                </a:cubicBezTo>
                <a:cubicBezTo>
                  <a:pt x="8617338" y="3759679"/>
                  <a:pt x="8611202" y="3752848"/>
                  <a:pt x="8616436" y="3743970"/>
                </a:cubicBezTo>
                <a:cubicBezTo>
                  <a:pt x="8634484" y="3713010"/>
                  <a:pt x="8612646" y="3715058"/>
                  <a:pt x="8599473" y="3711188"/>
                </a:cubicBezTo>
                <a:cubicBezTo>
                  <a:pt x="8583590" y="3706409"/>
                  <a:pt x="8565543" y="3720067"/>
                  <a:pt x="8550745" y="3703220"/>
                </a:cubicBezTo>
                <a:cubicBezTo>
                  <a:pt x="8554174" y="3685463"/>
                  <a:pt x="8566987" y="3685690"/>
                  <a:pt x="8576010" y="3680000"/>
                </a:cubicBezTo>
                <a:cubicBezTo>
                  <a:pt x="8602359" y="3663608"/>
                  <a:pt x="8623836" y="3644031"/>
                  <a:pt x="8625100" y="3601459"/>
                </a:cubicBezTo>
                <a:cubicBezTo>
                  <a:pt x="8626001" y="3567084"/>
                  <a:pt x="8628889" y="3536807"/>
                  <a:pt x="8592433" y="3526333"/>
                </a:cubicBezTo>
                <a:cubicBezTo>
                  <a:pt x="8577274" y="3522007"/>
                  <a:pt x="8581606" y="3497194"/>
                  <a:pt x="8590269" y="3484900"/>
                </a:cubicBezTo>
                <a:cubicBezTo>
                  <a:pt x="8605789" y="3463046"/>
                  <a:pt x="8618601" y="3433907"/>
                  <a:pt x="8645312" y="3431858"/>
                </a:cubicBezTo>
                <a:cubicBezTo>
                  <a:pt x="8661554" y="3430493"/>
                  <a:pt x="8674007" y="3421385"/>
                  <a:pt x="8686820" y="3410914"/>
                </a:cubicBezTo>
                <a:cubicBezTo>
                  <a:pt x="8696024" y="3403399"/>
                  <a:pt x="8707033" y="3397026"/>
                  <a:pt x="8705950" y="3380864"/>
                </a:cubicBezTo>
                <a:cubicBezTo>
                  <a:pt x="8704867" y="3365383"/>
                  <a:pt x="8694220" y="3359009"/>
                  <a:pt x="8683391" y="3355822"/>
                </a:cubicBezTo>
                <a:cubicBezTo>
                  <a:pt x="8647296" y="3345578"/>
                  <a:pt x="8613369" y="3330552"/>
                  <a:pt x="8583229" y="3296177"/>
                </a:cubicBezTo>
                <a:cubicBezTo>
                  <a:pt x="8603262" y="3277964"/>
                  <a:pt x="8622392" y="3264761"/>
                  <a:pt x="8637190" y="3246320"/>
                </a:cubicBezTo>
                <a:cubicBezTo>
                  <a:pt x="8672923" y="3201702"/>
                  <a:pt x="8370273" y="3061239"/>
                  <a:pt x="8355114" y="3011154"/>
                </a:cubicBezTo>
                <a:cubicBezTo>
                  <a:pt x="8350422" y="2995674"/>
                  <a:pt x="8334361" y="2979739"/>
                  <a:pt x="8321004" y="2975186"/>
                </a:cubicBezTo>
                <a:cubicBezTo>
                  <a:pt x="8258382" y="2953786"/>
                  <a:pt x="8204061" y="2905750"/>
                  <a:pt x="8139993" y="2887993"/>
                </a:cubicBezTo>
                <a:cubicBezTo>
                  <a:pt x="8079535" y="2871148"/>
                  <a:pt x="8019980" y="2848609"/>
                  <a:pt x="7953747" y="2826301"/>
                </a:cubicBezTo>
                <a:cubicBezTo>
                  <a:pt x="7994353" y="2770297"/>
                  <a:pt x="8066361" y="2776900"/>
                  <a:pt x="8083145" y="2696083"/>
                </a:cubicBezTo>
                <a:cubicBezTo>
                  <a:pt x="8017633" y="2675138"/>
                  <a:pt x="7948695" y="2699043"/>
                  <a:pt x="7885529" y="2665804"/>
                </a:cubicBezTo>
                <a:cubicBezTo>
                  <a:pt x="7880115" y="2662846"/>
                  <a:pt x="7872715" y="2665804"/>
                  <a:pt x="7866219" y="2666715"/>
                </a:cubicBezTo>
                <a:cubicBezTo>
                  <a:pt x="7736099" y="2684472"/>
                  <a:pt x="7606520" y="2668993"/>
                  <a:pt x="7478205" y="2646681"/>
                </a:cubicBezTo>
                <a:cubicBezTo>
                  <a:pt x="7293403" y="2614811"/>
                  <a:pt x="7107878" y="2594550"/>
                  <a:pt x="6921993" y="2580207"/>
                </a:cubicBezTo>
                <a:cubicBezTo>
                  <a:pt x="6768412" y="2568368"/>
                  <a:pt x="6614471" y="2563133"/>
                  <a:pt x="6461612" y="2540368"/>
                </a:cubicBezTo>
                <a:cubicBezTo>
                  <a:pt x="6298106" y="2516010"/>
                  <a:pt x="6134780" y="2488463"/>
                  <a:pt x="5971453" y="2462965"/>
                </a:cubicBezTo>
                <a:cubicBezTo>
                  <a:pt x="5964054" y="2461826"/>
                  <a:pt x="5955887" y="2458241"/>
                  <a:pt x="5947992" y="2457985"/>
                </a:cubicBezTo>
                <a:close/>
                <a:moveTo>
                  <a:pt x="0" y="0"/>
                </a:moveTo>
                <a:lnTo>
                  <a:pt x="8078332" y="0"/>
                </a:lnTo>
                <a:lnTo>
                  <a:pt x="8051806" y="19899"/>
                </a:lnTo>
                <a:cubicBezTo>
                  <a:pt x="8010559" y="45723"/>
                  <a:pt x="7966035" y="59669"/>
                  <a:pt x="7919411" y="69998"/>
                </a:cubicBezTo>
                <a:cubicBezTo>
                  <a:pt x="7900760" y="74283"/>
                  <a:pt x="7882423" y="82852"/>
                  <a:pt x="7880558" y="103665"/>
                </a:cubicBezTo>
                <a:cubicBezTo>
                  <a:pt x="7878694" y="125395"/>
                  <a:pt x="7897654" y="133963"/>
                  <a:pt x="7913505" y="144066"/>
                </a:cubicBezTo>
                <a:cubicBezTo>
                  <a:pt x="7935573" y="158143"/>
                  <a:pt x="7957019" y="170388"/>
                  <a:pt x="7984993" y="172224"/>
                </a:cubicBezTo>
                <a:cubicBezTo>
                  <a:pt x="8030996" y="174978"/>
                  <a:pt x="8053062" y="214154"/>
                  <a:pt x="8079793" y="243535"/>
                </a:cubicBezTo>
                <a:cubicBezTo>
                  <a:pt x="8094711" y="260064"/>
                  <a:pt x="8102173" y="293423"/>
                  <a:pt x="8076065" y="299239"/>
                </a:cubicBezTo>
                <a:cubicBezTo>
                  <a:pt x="8013279" y="313320"/>
                  <a:pt x="8018253" y="354025"/>
                  <a:pt x="8019804" y="400240"/>
                </a:cubicBezTo>
                <a:cubicBezTo>
                  <a:pt x="8021980" y="457476"/>
                  <a:pt x="8058970" y="483796"/>
                  <a:pt x="8104349" y="505833"/>
                </a:cubicBezTo>
                <a:cubicBezTo>
                  <a:pt x="8119890" y="513484"/>
                  <a:pt x="8141956" y="513178"/>
                  <a:pt x="8147864" y="537052"/>
                </a:cubicBezTo>
                <a:cubicBezTo>
                  <a:pt x="8122377" y="559700"/>
                  <a:pt x="8091295" y="541338"/>
                  <a:pt x="8063941" y="547764"/>
                </a:cubicBezTo>
                <a:cubicBezTo>
                  <a:pt x="8041252" y="552966"/>
                  <a:pt x="8003642" y="550213"/>
                  <a:pt x="8034725" y="591836"/>
                </a:cubicBezTo>
                <a:cubicBezTo>
                  <a:pt x="8043740" y="603773"/>
                  <a:pt x="8033171" y="612956"/>
                  <a:pt x="8021669" y="613874"/>
                </a:cubicBezTo>
                <a:cubicBezTo>
                  <a:pt x="7929668" y="623362"/>
                  <a:pt x="7971939" y="707531"/>
                  <a:pt x="7942410" y="751909"/>
                </a:cubicBezTo>
                <a:cubicBezTo>
                  <a:pt x="7934331" y="764151"/>
                  <a:pt x="7943034" y="785269"/>
                  <a:pt x="7955778" y="790472"/>
                </a:cubicBezTo>
                <a:cubicBezTo>
                  <a:pt x="8037212" y="824753"/>
                  <a:pt x="8048401" y="906472"/>
                  <a:pt x="8087876" y="976867"/>
                </a:cubicBezTo>
                <a:cubicBezTo>
                  <a:pt x="8044981" y="1004717"/>
                  <a:pt x="7993697" y="1010838"/>
                  <a:pt x="7947386" y="1028897"/>
                </a:cubicBezTo>
                <a:cubicBezTo>
                  <a:pt x="7899207" y="1047873"/>
                  <a:pt x="7899207" y="1061952"/>
                  <a:pt x="7938992" y="1117042"/>
                </a:cubicBezTo>
                <a:cubicBezTo>
                  <a:pt x="7835489" y="1128980"/>
                  <a:pt x="7835489" y="1128980"/>
                  <a:pt x="7867503" y="1215596"/>
                </a:cubicBezTo>
                <a:cubicBezTo>
                  <a:pt x="7780782" y="1223554"/>
                  <a:pt x="7723594" y="1264566"/>
                  <a:pt x="7710229" y="1354244"/>
                </a:cubicBezTo>
                <a:cubicBezTo>
                  <a:pt x="7703701" y="1397704"/>
                  <a:pt x="7664539" y="1418209"/>
                  <a:pt x="7621024" y="1447286"/>
                </a:cubicBezTo>
                <a:cubicBezTo>
                  <a:pt x="7675106" y="1475446"/>
                  <a:pt x="7711784" y="1534209"/>
                  <a:pt x="7774880" y="1472076"/>
                </a:cubicBezTo>
                <a:cubicBezTo>
                  <a:pt x="7797879" y="1449429"/>
                  <a:pt x="7795707" y="1478199"/>
                  <a:pt x="7798812" y="1486462"/>
                </a:cubicBezTo>
                <a:cubicBezTo>
                  <a:pt x="7806271" y="1506661"/>
                  <a:pt x="7790732" y="1520130"/>
                  <a:pt x="7780474" y="1535432"/>
                </a:cubicBezTo>
                <a:cubicBezTo>
                  <a:pt x="7770528" y="1550736"/>
                  <a:pt x="7758715" y="1566956"/>
                  <a:pt x="7755919" y="1584099"/>
                </a:cubicBezTo>
                <a:cubicBezTo>
                  <a:pt x="7754055" y="1596034"/>
                  <a:pt x="7763068" y="1613478"/>
                  <a:pt x="7773014" y="1622355"/>
                </a:cubicBezTo>
                <a:cubicBezTo>
                  <a:pt x="7825233" y="1669183"/>
                  <a:pt x="7794151" y="1774469"/>
                  <a:pt x="7892993" y="1787937"/>
                </a:cubicBezTo>
                <a:cubicBezTo>
                  <a:pt x="7937439" y="1794056"/>
                  <a:pt x="7958885" y="1832621"/>
                  <a:pt x="7991521" y="1853739"/>
                </a:cubicBezTo>
                <a:cubicBezTo>
                  <a:pt x="8104970" y="1927500"/>
                  <a:pt x="8180811" y="2022380"/>
                  <a:pt x="8215932" y="2152764"/>
                </a:cubicBezTo>
                <a:cubicBezTo>
                  <a:pt x="8225567" y="2188879"/>
                  <a:pt x="8262556" y="2217957"/>
                  <a:pt x="8286489" y="2249786"/>
                </a:cubicBezTo>
                <a:cubicBezTo>
                  <a:pt x="8274987" y="2273047"/>
                  <a:pt x="8212203" y="2222852"/>
                  <a:pt x="8234270" y="2284064"/>
                </a:cubicBezTo>
                <a:cubicBezTo>
                  <a:pt x="8251054" y="2329975"/>
                  <a:pt x="8293949" y="2358439"/>
                  <a:pt x="8334357" y="2385679"/>
                </a:cubicBezTo>
                <a:cubicBezTo>
                  <a:pt x="8380357" y="2416591"/>
                  <a:pt x="8431331" y="2441382"/>
                  <a:pt x="8452157" y="2498616"/>
                </a:cubicBezTo>
                <a:cubicBezTo>
                  <a:pt x="8456509" y="2510859"/>
                  <a:pt x="8470494" y="2523714"/>
                  <a:pt x="8482927" y="2528612"/>
                </a:cubicBezTo>
                <a:cubicBezTo>
                  <a:pt x="9131298" y="3535869"/>
                  <a:pt x="10727356" y="3542602"/>
                  <a:pt x="10911361" y="3535561"/>
                </a:cubicBezTo>
                <a:cubicBezTo>
                  <a:pt x="11134219" y="3526686"/>
                  <a:pt x="11344956" y="3464554"/>
                  <a:pt x="11551649" y="3387120"/>
                </a:cubicBezTo>
                <a:cubicBezTo>
                  <a:pt x="11638991" y="3354371"/>
                  <a:pt x="11720114" y="3307851"/>
                  <a:pt x="11804971" y="3271735"/>
                </a:cubicBezTo>
                <a:cubicBezTo>
                  <a:pt x="11922148" y="3221845"/>
                  <a:pt x="12012596" y="3126660"/>
                  <a:pt x="12129465" y="3086565"/>
                </a:cubicBezTo>
                <a:lnTo>
                  <a:pt x="12192000" y="3060706"/>
                </a:lnTo>
                <a:lnTo>
                  <a:pt x="12192000" y="3766004"/>
                </a:lnTo>
                <a:lnTo>
                  <a:pt x="12069511" y="3730912"/>
                </a:lnTo>
                <a:cubicBezTo>
                  <a:pt x="11963133" y="3704591"/>
                  <a:pt x="11854734" y="3686839"/>
                  <a:pt x="11743305" y="3682401"/>
                </a:cubicBezTo>
                <a:cubicBezTo>
                  <a:pt x="11731805" y="3681961"/>
                  <a:pt x="11714789" y="3681575"/>
                  <a:pt x="11692833" y="3681484"/>
                </a:cubicBezTo>
                <a:cubicBezTo>
                  <a:pt x="11363495" y="3680110"/>
                  <a:pt x="9922719" y="3745047"/>
                  <a:pt x="9314871" y="4689350"/>
                </a:cubicBezTo>
                <a:cubicBezTo>
                  <a:pt x="9302438" y="4694248"/>
                  <a:pt x="9288453" y="4707103"/>
                  <a:pt x="9284101" y="4719346"/>
                </a:cubicBezTo>
                <a:cubicBezTo>
                  <a:pt x="9263275" y="4776580"/>
                  <a:pt x="9212301" y="4801371"/>
                  <a:pt x="9166300" y="4832283"/>
                </a:cubicBezTo>
                <a:cubicBezTo>
                  <a:pt x="9125893" y="4859523"/>
                  <a:pt x="9082998" y="4887987"/>
                  <a:pt x="9066214" y="4933898"/>
                </a:cubicBezTo>
                <a:cubicBezTo>
                  <a:pt x="9044146" y="4995110"/>
                  <a:pt x="9106931" y="4944915"/>
                  <a:pt x="9118433" y="4968176"/>
                </a:cubicBezTo>
                <a:cubicBezTo>
                  <a:pt x="9094500" y="5000005"/>
                  <a:pt x="9057511" y="5029083"/>
                  <a:pt x="9047876" y="5065198"/>
                </a:cubicBezTo>
                <a:cubicBezTo>
                  <a:pt x="9012755" y="5195582"/>
                  <a:pt x="8936914" y="5290462"/>
                  <a:pt x="8823465" y="5364223"/>
                </a:cubicBezTo>
                <a:cubicBezTo>
                  <a:pt x="8790828" y="5385341"/>
                  <a:pt x="8769383" y="5423906"/>
                  <a:pt x="8724937" y="5430025"/>
                </a:cubicBezTo>
                <a:cubicBezTo>
                  <a:pt x="8626095" y="5443493"/>
                  <a:pt x="8657177" y="5548779"/>
                  <a:pt x="8604958" y="5595607"/>
                </a:cubicBezTo>
                <a:cubicBezTo>
                  <a:pt x="8595012" y="5604484"/>
                  <a:pt x="8585999" y="5621928"/>
                  <a:pt x="8587863" y="5633863"/>
                </a:cubicBezTo>
                <a:cubicBezTo>
                  <a:pt x="8590659" y="5651006"/>
                  <a:pt x="8602472" y="5667226"/>
                  <a:pt x="8612418" y="5682530"/>
                </a:cubicBezTo>
                <a:cubicBezTo>
                  <a:pt x="8622675" y="5697832"/>
                  <a:pt x="8638215" y="5711301"/>
                  <a:pt x="8630756" y="5731500"/>
                </a:cubicBezTo>
                <a:cubicBezTo>
                  <a:pt x="8627651" y="5739763"/>
                  <a:pt x="8629823" y="5768533"/>
                  <a:pt x="8606823" y="5745886"/>
                </a:cubicBezTo>
                <a:cubicBezTo>
                  <a:pt x="8543727" y="5683753"/>
                  <a:pt x="8507049" y="5742516"/>
                  <a:pt x="8452968" y="5770676"/>
                </a:cubicBezTo>
                <a:cubicBezTo>
                  <a:pt x="8496482" y="5799753"/>
                  <a:pt x="8535645" y="5820258"/>
                  <a:pt x="8542173" y="5863718"/>
                </a:cubicBezTo>
                <a:cubicBezTo>
                  <a:pt x="8555538" y="5953396"/>
                  <a:pt x="8612726" y="5994408"/>
                  <a:pt x="8699447" y="6002366"/>
                </a:cubicBezTo>
                <a:cubicBezTo>
                  <a:pt x="8667433" y="6088982"/>
                  <a:pt x="8667433" y="6088982"/>
                  <a:pt x="8770936" y="6100920"/>
                </a:cubicBezTo>
                <a:cubicBezTo>
                  <a:pt x="8731151" y="6156010"/>
                  <a:pt x="8731151" y="6170089"/>
                  <a:pt x="8779329" y="6189065"/>
                </a:cubicBezTo>
                <a:cubicBezTo>
                  <a:pt x="8825641" y="6207124"/>
                  <a:pt x="8876925" y="6213245"/>
                  <a:pt x="8919820" y="6241095"/>
                </a:cubicBezTo>
                <a:cubicBezTo>
                  <a:pt x="8880345" y="6311490"/>
                  <a:pt x="8869155" y="6393209"/>
                  <a:pt x="8787721" y="6427490"/>
                </a:cubicBezTo>
                <a:cubicBezTo>
                  <a:pt x="8774978" y="6432693"/>
                  <a:pt x="8766275" y="6453811"/>
                  <a:pt x="8774354" y="6466053"/>
                </a:cubicBezTo>
                <a:cubicBezTo>
                  <a:pt x="8803883" y="6510431"/>
                  <a:pt x="8761612" y="6594600"/>
                  <a:pt x="8853613" y="6604088"/>
                </a:cubicBezTo>
                <a:cubicBezTo>
                  <a:pt x="8865115" y="6605005"/>
                  <a:pt x="8875684" y="6614189"/>
                  <a:pt x="8866669" y="6626125"/>
                </a:cubicBezTo>
                <a:cubicBezTo>
                  <a:pt x="8835586" y="6667749"/>
                  <a:pt x="8873196" y="6664996"/>
                  <a:pt x="8895884" y="6670198"/>
                </a:cubicBezTo>
                <a:cubicBezTo>
                  <a:pt x="8923238" y="6676624"/>
                  <a:pt x="8954320" y="6658261"/>
                  <a:pt x="8979808" y="6680910"/>
                </a:cubicBezTo>
                <a:cubicBezTo>
                  <a:pt x="8973900" y="6704783"/>
                  <a:pt x="8951834" y="6704478"/>
                  <a:pt x="8936293" y="6712128"/>
                </a:cubicBezTo>
                <a:cubicBezTo>
                  <a:pt x="8890913" y="6734166"/>
                  <a:pt x="8853924" y="6760486"/>
                  <a:pt x="8851748" y="6817721"/>
                </a:cubicBezTo>
                <a:lnTo>
                  <a:pt x="88543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DC1BF-5CDD-1A66-7BC8-A9456856AFC5}"/>
              </a:ext>
            </a:extLst>
          </p:cNvPr>
          <p:cNvSpPr txBox="1"/>
          <p:nvPr/>
        </p:nvSpPr>
        <p:spPr>
          <a:xfrm>
            <a:off x="728526" y="2711395"/>
            <a:ext cx="3086100" cy="3508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So that’s all for today’s presentation I am glad that you like it as I will be seeing you in next class in Diwali. So that’s all for today’s presentation I am glad that you like it as I will be seeing you in next class in Diwali </a:t>
            </a:r>
            <a:r>
              <a:rPr lang="en-US" sz="1700" dirty="0" err="1"/>
              <a:t>sweta</a:t>
            </a:r>
            <a:r>
              <a:rPr lang="en-US" sz="1700" dirty="0"/>
              <a:t> </a:t>
            </a:r>
            <a:r>
              <a:rPr lang="en-US" sz="1700" dirty="0" err="1"/>
              <a:t>maam</a:t>
            </a:r>
            <a:r>
              <a:rPr lang="en-US" sz="1700" dirty="0"/>
              <a:t>. And happy Diwali bring the divine to light for the ram who rescued </a:t>
            </a:r>
            <a:r>
              <a:rPr lang="en-US" sz="1700" dirty="0" err="1"/>
              <a:t>seeta</a:t>
            </a:r>
            <a:r>
              <a:rPr lang="en-US" sz="1700" dirty="0"/>
              <a:t> from </a:t>
            </a:r>
            <a:r>
              <a:rPr lang="en-US" sz="1700" dirty="0" err="1"/>
              <a:t>sri</a:t>
            </a:r>
            <a:r>
              <a:rPr lang="en-US" sz="1700" dirty="0"/>
              <a:t> </a:t>
            </a:r>
            <a:r>
              <a:rPr lang="en-US" sz="1700" dirty="0" err="1"/>
              <a:t>lanka</a:t>
            </a:r>
            <a:r>
              <a:rPr lang="en-US" sz="1700" dirty="0"/>
              <a:t> and the devil Ravana.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So happy Diwali!!!!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1026" name="Picture 2" descr="Page 10 | Diya symbol Vectors - Download Free High-Quality Vectors from  Freepik | Freepik">
            <a:extLst>
              <a:ext uri="{FF2B5EF4-FFF2-40B4-BE49-F238E27FC236}">
                <a16:creationId xmlns:a16="http://schemas.microsoft.com/office/drawing/2014/main" id="{0C4A6AE6-E2C9-69EF-EA07-8FBC7BDEE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5" r="10634" b="-1"/>
          <a:stretch>
            <a:fillRect/>
          </a:stretch>
        </p:blipFill>
        <p:spPr bwMode="auto">
          <a:xfrm>
            <a:off x="6683991" y="572008"/>
            <a:ext cx="2160136" cy="201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2S Stylish 3D Metal Chrome Sticker Emblem Badge Logo | Durable &amp; Stylish  Automotive Decoration | for Cars &amp; Bikes (Jai Shree RAM) : Amazon.in: Car &amp;  Motorbike">
            <a:extLst>
              <a:ext uri="{FF2B5EF4-FFF2-40B4-BE49-F238E27FC236}">
                <a16:creationId xmlns:a16="http://schemas.microsoft.com/office/drawing/2014/main" id="{00361A33-BF4A-B6E4-5CC9-1E8A2653A5B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31" b="7"/>
          <a:stretch>
            <a:fillRect/>
          </a:stretch>
        </p:blipFill>
        <p:spPr bwMode="auto">
          <a:xfrm>
            <a:off x="4807501" y="3506054"/>
            <a:ext cx="1307549" cy="154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wali Diya Lamp 48035932 Vector Art at Vecteezy">
            <a:extLst>
              <a:ext uri="{FF2B5EF4-FFF2-40B4-BE49-F238E27FC236}">
                <a16:creationId xmlns:a16="http://schemas.microsoft.com/office/drawing/2014/main" id="{C48D9BDA-898C-587C-1141-1C1908A02B2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18" r="21361" b="-3"/>
          <a:stretch>
            <a:fillRect/>
          </a:stretch>
        </p:blipFill>
        <p:spPr bwMode="auto">
          <a:xfrm>
            <a:off x="7247397" y="4585648"/>
            <a:ext cx="1514031" cy="177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71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CDD8E39-EA14-4679-9655-1BFF5A7B6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89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2200" y="2895600"/>
            <a:ext cx="5161991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latin typeface="Bahnschrift" panose="020B0502040204020203" pitchFamily="34" charset="0"/>
              </a:rPr>
              <a:t>Thank you </a:t>
            </a:r>
          </a:p>
          <a:p>
            <a:r>
              <a:rPr lang="en-US" sz="8000" dirty="0">
                <a:latin typeface="Bahnschrift" panose="020B0502040204020203" pitchFamily="34" charset="0"/>
              </a:rPr>
              <a:t>      </a:t>
            </a:r>
            <a:r>
              <a:rPr lang="en-US" sz="8000" dirty="0" err="1">
                <a:latin typeface="Bahnschrift" panose="020B0502040204020203" pitchFamily="34" charset="0"/>
              </a:rPr>
              <a:t>isro</a:t>
            </a:r>
            <a:r>
              <a:rPr lang="en-US" sz="8000" dirty="0">
                <a:latin typeface="Bahnschrift" panose="020B0502040204020203" pitchFamily="34" charset="0"/>
              </a:rPr>
              <a:t>!!!</a:t>
            </a:r>
            <a:endParaRPr lang="en-IN" sz="8000" dirty="0">
              <a:latin typeface="Bahnschrift" panose="020B0502040204020203" pitchFamily="34" charset="0"/>
            </a:endParaRPr>
          </a:p>
        </p:txBody>
      </p:sp>
      <p:pic>
        <p:nvPicPr>
          <p:cNvPr id="3074" name="Picture 2" descr="C:\Users\HP\Desktop\Arindam Das\Python1\symbols\Isro symbol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490" y="609600"/>
            <a:ext cx="4514850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j0214098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86200" y="5705168"/>
            <a:ext cx="390832" cy="39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D63B9-2EBF-29FE-B05F-8815791D1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5557" y="1932431"/>
            <a:ext cx="3704843" cy="2280278"/>
          </a:xfrm>
        </p:spPr>
        <p:txBody>
          <a:bodyPr>
            <a:normAutofit/>
          </a:bodyPr>
          <a:lstStyle/>
          <a:p>
            <a:r>
              <a:rPr lang="en-US" sz="3600" b="1" dirty="0"/>
              <a:t>Thank you, </a:t>
            </a:r>
            <a:br>
              <a:rPr lang="en-US" sz="3600" b="1" dirty="0"/>
            </a:br>
            <a:r>
              <a:rPr lang="en-US" sz="3600" b="1" dirty="0"/>
              <a:t>Bright Champs!!!</a:t>
            </a:r>
          </a:p>
        </p:txBody>
      </p:sp>
      <p:pic>
        <p:nvPicPr>
          <p:cNvPr id="7" name="Graphic 6" descr="Caterpillar">
            <a:extLst>
              <a:ext uri="{FF2B5EF4-FFF2-40B4-BE49-F238E27FC236}">
                <a16:creationId xmlns:a16="http://schemas.microsoft.com/office/drawing/2014/main" id="{CE4138A3-E9F4-7E53-0A71-F2973BA5F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1447800"/>
            <a:ext cx="2579370" cy="2579370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0490" y="4409267"/>
            <a:ext cx="3182692" cy="27432"/>
          </a:xfrm>
          <a:custGeom>
            <a:avLst/>
            <a:gdLst>
              <a:gd name="connsiteX0" fmla="*/ 0 w 3182692"/>
              <a:gd name="connsiteY0" fmla="*/ 0 h 27432"/>
              <a:gd name="connsiteX1" fmla="*/ 604711 w 3182692"/>
              <a:gd name="connsiteY1" fmla="*/ 0 h 27432"/>
              <a:gd name="connsiteX2" fmla="*/ 1241250 w 3182692"/>
              <a:gd name="connsiteY2" fmla="*/ 0 h 27432"/>
              <a:gd name="connsiteX3" fmla="*/ 1909615 w 3182692"/>
              <a:gd name="connsiteY3" fmla="*/ 0 h 27432"/>
              <a:gd name="connsiteX4" fmla="*/ 2577981 w 3182692"/>
              <a:gd name="connsiteY4" fmla="*/ 0 h 27432"/>
              <a:gd name="connsiteX5" fmla="*/ 3182692 w 3182692"/>
              <a:gd name="connsiteY5" fmla="*/ 0 h 27432"/>
              <a:gd name="connsiteX6" fmla="*/ 3182692 w 3182692"/>
              <a:gd name="connsiteY6" fmla="*/ 27432 h 27432"/>
              <a:gd name="connsiteX7" fmla="*/ 2482500 w 3182692"/>
              <a:gd name="connsiteY7" fmla="*/ 27432 h 27432"/>
              <a:gd name="connsiteX8" fmla="*/ 1782308 w 3182692"/>
              <a:gd name="connsiteY8" fmla="*/ 27432 h 27432"/>
              <a:gd name="connsiteX9" fmla="*/ 1145769 w 3182692"/>
              <a:gd name="connsiteY9" fmla="*/ 27432 h 27432"/>
              <a:gd name="connsiteX10" fmla="*/ 0 w 3182692"/>
              <a:gd name="connsiteY10" fmla="*/ 27432 h 27432"/>
              <a:gd name="connsiteX11" fmla="*/ 0 w 3182692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27432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526" y="7395"/>
                  <a:pt x="3182737" y="21864"/>
                  <a:pt x="3182692" y="27432"/>
                </a:cubicBezTo>
                <a:cubicBezTo>
                  <a:pt x="2998421" y="30886"/>
                  <a:pt x="2675038" y="28158"/>
                  <a:pt x="2482500" y="27432"/>
                </a:cubicBezTo>
                <a:cubicBezTo>
                  <a:pt x="2289962" y="26706"/>
                  <a:pt x="1930644" y="15978"/>
                  <a:pt x="1782308" y="27432"/>
                </a:cubicBezTo>
                <a:cubicBezTo>
                  <a:pt x="1633972" y="38886"/>
                  <a:pt x="1287388" y="7152"/>
                  <a:pt x="1145769" y="27432"/>
                </a:cubicBezTo>
                <a:cubicBezTo>
                  <a:pt x="1004150" y="47712"/>
                  <a:pt x="256377" y="-28294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182692" h="27432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885" y="12649"/>
                  <a:pt x="3181704" y="17989"/>
                  <a:pt x="3182692" y="27432"/>
                </a:cubicBezTo>
                <a:cubicBezTo>
                  <a:pt x="3039109" y="-3557"/>
                  <a:pt x="2823860" y="22992"/>
                  <a:pt x="2546154" y="27432"/>
                </a:cubicBezTo>
                <a:cubicBezTo>
                  <a:pt x="2268448" y="31872"/>
                  <a:pt x="2098674" y="14435"/>
                  <a:pt x="1845961" y="27432"/>
                </a:cubicBezTo>
                <a:cubicBezTo>
                  <a:pt x="1593248" y="40429"/>
                  <a:pt x="1456743" y="36704"/>
                  <a:pt x="1304904" y="27432"/>
                </a:cubicBezTo>
                <a:cubicBezTo>
                  <a:pt x="1153065" y="18160"/>
                  <a:pt x="947204" y="20270"/>
                  <a:pt x="668365" y="27432"/>
                </a:cubicBezTo>
                <a:cubicBezTo>
                  <a:pt x="389526" y="34594"/>
                  <a:pt x="288244" y="4516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6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1742</TotalTime>
  <Words>249</Words>
  <Application>Microsoft Office PowerPoint</Application>
  <PresentationFormat>On-screen Show (4:3)</PresentationFormat>
  <Paragraphs>26</Paragraphs>
  <Slides>8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Bahnschrift</vt:lpstr>
      <vt:lpstr>Calibri</vt:lpstr>
      <vt:lpstr>Office Theme</vt:lpstr>
      <vt:lpstr>ISRO (Indian Space Research Organisation)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you,  Bright Champs!!!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ISRO(Indian space research organisation)</dc:title>
  <dc:creator>HP</dc:creator>
  <cp:lastModifiedBy>Ranjan Kumar Das</cp:lastModifiedBy>
  <cp:revision>13</cp:revision>
  <dcterms:created xsi:type="dcterms:W3CDTF">2025-10-19T05:26:54Z</dcterms:created>
  <dcterms:modified xsi:type="dcterms:W3CDTF">2025-10-20T20:54:17Z</dcterms:modified>
</cp:coreProperties>
</file>